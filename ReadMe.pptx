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61" r:id="rId4"/>
    <p:sldId id="259" r:id="rId5"/>
    <p:sldId id="260" r:id="rId6"/>
    <p:sldId id="263"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p:restoredTop sz="96327"/>
  </p:normalViewPr>
  <p:slideViewPr>
    <p:cSldViewPr snapToGrid="0" snapToObjects="1">
      <p:cViewPr varScale="1">
        <p:scale>
          <a:sx n="128" d="100"/>
          <a:sy n="128" d="100"/>
        </p:scale>
        <p:origin x="6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F7CB0D-E0A7-2047-AF41-1CFDDF6893B9}" type="doc">
      <dgm:prSet loTypeId="urn:microsoft.com/office/officeart/2016/7/layout/BasicLinearProcessNumbered" loCatId="process" qsTypeId="urn:microsoft.com/office/officeart/2005/8/quickstyle/simple1" qsCatId="simple" csTypeId="urn:microsoft.com/office/officeart/2005/8/colors/colorful5" csCatId="colorful" phldr="1"/>
      <dgm:spPr/>
      <dgm:t>
        <a:bodyPr/>
        <a:lstStyle/>
        <a:p>
          <a:endParaRPr lang="en-GB"/>
        </a:p>
      </dgm:t>
    </dgm:pt>
    <dgm:pt modelId="{DA919FC9-51A0-2345-AD07-751C816209CD}">
      <dgm:prSet phldrT="[Text]"/>
      <dgm:spPr/>
      <dgm:t>
        <a:bodyPr/>
        <a:lstStyle/>
        <a:p>
          <a:r>
            <a:rPr lang="en-GB" dirty="0"/>
            <a:t>Email received</a:t>
          </a:r>
        </a:p>
      </dgm:t>
    </dgm:pt>
    <dgm:pt modelId="{14C6293A-7557-F146-BF45-8CFDF164C56E}" type="parTrans" cxnId="{D5D87F29-315C-EE49-A2FD-0F1FD1940A97}">
      <dgm:prSet/>
      <dgm:spPr/>
      <dgm:t>
        <a:bodyPr/>
        <a:lstStyle/>
        <a:p>
          <a:endParaRPr lang="en-GB"/>
        </a:p>
      </dgm:t>
    </dgm:pt>
    <dgm:pt modelId="{ED37CC0E-D751-8847-AE6A-71943307570F}" type="sibTrans" cxnId="{D5D87F29-315C-EE49-A2FD-0F1FD1940A97}">
      <dgm:prSet phldrT="1" phldr="0"/>
      <dgm:spPr/>
      <dgm:t>
        <a:bodyPr/>
        <a:lstStyle/>
        <a:p>
          <a:r>
            <a:rPr lang="en-GB"/>
            <a:t>1</a:t>
          </a:r>
        </a:p>
      </dgm:t>
    </dgm:pt>
    <dgm:pt modelId="{9992A9F1-EE7E-7944-A067-5EFB0DDC460E}">
      <dgm:prSet phldrT="[Text]"/>
      <dgm:spPr/>
      <dgm:t>
        <a:bodyPr/>
        <a:lstStyle/>
        <a:p>
          <a:r>
            <a:rPr lang="en-GB" dirty="0"/>
            <a:t>Document Download</a:t>
          </a:r>
        </a:p>
      </dgm:t>
    </dgm:pt>
    <dgm:pt modelId="{B512EED3-19E0-CA48-91DC-71F58FCA93B1}" type="parTrans" cxnId="{44A4A9B8-713A-104B-B7B0-3F66FDED109C}">
      <dgm:prSet/>
      <dgm:spPr/>
      <dgm:t>
        <a:bodyPr/>
        <a:lstStyle/>
        <a:p>
          <a:endParaRPr lang="en-GB"/>
        </a:p>
      </dgm:t>
    </dgm:pt>
    <dgm:pt modelId="{F22CB024-606F-1247-9BEB-93CE16702212}" type="sibTrans" cxnId="{44A4A9B8-713A-104B-B7B0-3F66FDED109C}">
      <dgm:prSet phldrT="2" phldr="0"/>
      <dgm:spPr/>
      <dgm:t>
        <a:bodyPr/>
        <a:lstStyle/>
        <a:p>
          <a:r>
            <a:rPr lang="en-GB"/>
            <a:t>2</a:t>
          </a:r>
        </a:p>
      </dgm:t>
    </dgm:pt>
    <dgm:pt modelId="{C03B4636-5980-694F-A5DE-CA01AEFB6D3A}">
      <dgm:prSet phldrT="[Text]"/>
      <dgm:spPr/>
      <dgm:t>
        <a:bodyPr/>
        <a:lstStyle/>
        <a:p>
          <a:r>
            <a:rPr lang="en-GB" dirty="0"/>
            <a:t>Document Protection via Adobe PDF Tools</a:t>
          </a:r>
        </a:p>
      </dgm:t>
    </dgm:pt>
    <dgm:pt modelId="{3CD99421-B974-6B49-978B-66516CEAB386}" type="parTrans" cxnId="{52D977EF-2D02-8A4B-A581-E409792CA5E0}">
      <dgm:prSet/>
      <dgm:spPr/>
      <dgm:t>
        <a:bodyPr/>
        <a:lstStyle/>
        <a:p>
          <a:endParaRPr lang="en-GB"/>
        </a:p>
      </dgm:t>
    </dgm:pt>
    <dgm:pt modelId="{F5781EEB-EBC6-A247-9D80-C87F8598A1C0}" type="sibTrans" cxnId="{52D977EF-2D02-8A4B-A581-E409792CA5E0}">
      <dgm:prSet phldrT="3" phldr="0"/>
      <dgm:spPr/>
      <dgm:t>
        <a:bodyPr/>
        <a:lstStyle/>
        <a:p>
          <a:r>
            <a:rPr lang="en-GB"/>
            <a:t>3</a:t>
          </a:r>
        </a:p>
      </dgm:t>
    </dgm:pt>
    <dgm:pt modelId="{20D7956B-4349-8447-91BA-28523984C73E}">
      <dgm:prSet phldrT="[Text]"/>
      <dgm:spPr/>
      <dgm:t>
        <a:bodyPr/>
        <a:lstStyle/>
        <a:p>
          <a:r>
            <a:rPr lang="en-GB" dirty="0"/>
            <a:t>Uploaded</a:t>
          </a:r>
          <a:r>
            <a:rPr lang="en-GB" baseline="0" dirty="0"/>
            <a:t> to adobe sign</a:t>
          </a:r>
          <a:endParaRPr lang="en-GB" dirty="0"/>
        </a:p>
      </dgm:t>
    </dgm:pt>
    <dgm:pt modelId="{CF7F12BF-9E76-0749-8A80-7A5F97AC3418}" type="parTrans" cxnId="{FC7D7B01-2500-874A-8EDB-6B85FF8A62E1}">
      <dgm:prSet/>
      <dgm:spPr/>
      <dgm:t>
        <a:bodyPr/>
        <a:lstStyle/>
        <a:p>
          <a:endParaRPr lang="en-GB"/>
        </a:p>
      </dgm:t>
    </dgm:pt>
    <dgm:pt modelId="{153D9A7F-889A-BF44-8DC0-A5D4DA1F0C60}" type="sibTrans" cxnId="{FC7D7B01-2500-874A-8EDB-6B85FF8A62E1}">
      <dgm:prSet phldrT="4" phldr="0"/>
      <dgm:spPr/>
      <dgm:t>
        <a:bodyPr/>
        <a:lstStyle/>
        <a:p>
          <a:r>
            <a:rPr lang="en-GB"/>
            <a:t>4</a:t>
          </a:r>
        </a:p>
      </dgm:t>
    </dgm:pt>
    <dgm:pt modelId="{0230C87B-6E40-BF45-AAB8-83B59C59CB8A}" type="pres">
      <dgm:prSet presAssocID="{22F7CB0D-E0A7-2047-AF41-1CFDDF6893B9}" presName="Name0" presStyleCnt="0">
        <dgm:presLayoutVars>
          <dgm:animLvl val="lvl"/>
          <dgm:resizeHandles val="exact"/>
        </dgm:presLayoutVars>
      </dgm:prSet>
      <dgm:spPr/>
    </dgm:pt>
    <dgm:pt modelId="{5673495E-4FC9-294B-B141-D07D338472F9}" type="pres">
      <dgm:prSet presAssocID="{DA919FC9-51A0-2345-AD07-751C816209CD}" presName="compositeNode" presStyleCnt="0">
        <dgm:presLayoutVars>
          <dgm:bulletEnabled val="1"/>
        </dgm:presLayoutVars>
      </dgm:prSet>
      <dgm:spPr/>
    </dgm:pt>
    <dgm:pt modelId="{75766284-CB79-A349-B6A8-9713A3ADD0CB}" type="pres">
      <dgm:prSet presAssocID="{DA919FC9-51A0-2345-AD07-751C816209CD}" presName="bgRect" presStyleLbl="bgAccFollowNode1" presStyleIdx="0" presStyleCnt="4"/>
      <dgm:spPr/>
    </dgm:pt>
    <dgm:pt modelId="{AA50637D-FEF8-D345-892D-CA5B6A4259FA}" type="pres">
      <dgm:prSet presAssocID="{ED37CC0E-D751-8847-AE6A-71943307570F}" presName="sibTransNodeCircle" presStyleLbl="alignNode1" presStyleIdx="0" presStyleCnt="8">
        <dgm:presLayoutVars>
          <dgm:chMax val="0"/>
          <dgm:bulletEnabled/>
        </dgm:presLayoutVars>
      </dgm:prSet>
      <dgm:spPr/>
    </dgm:pt>
    <dgm:pt modelId="{12012CEF-FC8E-4445-A7ED-3D6C2A668B72}" type="pres">
      <dgm:prSet presAssocID="{DA919FC9-51A0-2345-AD07-751C816209CD}" presName="bottomLine" presStyleLbl="alignNode1" presStyleIdx="1" presStyleCnt="8">
        <dgm:presLayoutVars/>
      </dgm:prSet>
      <dgm:spPr/>
    </dgm:pt>
    <dgm:pt modelId="{41FEB84C-05A6-5D4D-921F-3AC058F66DFA}" type="pres">
      <dgm:prSet presAssocID="{DA919FC9-51A0-2345-AD07-751C816209CD}" presName="nodeText" presStyleLbl="bgAccFollowNode1" presStyleIdx="0" presStyleCnt="4">
        <dgm:presLayoutVars>
          <dgm:bulletEnabled val="1"/>
        </dgm:presLayoutVars>
      </dgm:prSet>
      <dgm:spPr/>
    </dgm:pt>
    <dgm:pt modelId="{1A15A54C-B35D-CC4C-AB68-9F56C4FF2D20}" type="pres">
      <dgm:prSet presAssocID="{ED37CC0E-D751-8847-AE6A-71943307570F}" presName="sibTrans" presStyleCnt="0"/>
      <dgm:spPr/>
    </dgm:pt>
    <dgm:pt modelId="{D4815F5A-97A5-9F4B-9C4C-FAC891D6372F}" type="pres">
      <dgm:prSet presAssocID="{9992A9F1-EE7E-7944-A067-5EFB0DDC460E}" presName="compositeNode" presStyleCnt="0">
        <dgm:presLayoutVars>
          <dgm:bulletEnabled val="1"/>
        </dgm:presLayoutVars>
      </dgm:prSet>
      <dgm:spPr/>
    </dgm:pt>
    <dgm:pt modelId="{0BF1850D-DE4F-F041-82EE-0F78D36C7B14}" type="pres">
      <dgm:prSet presAssocID="{9992A9F1-EE7E-7944-A067-5EFB0DDC460E}" presName="bgRect" presStyleLbl="bgAccFollowNode1" presStyleIdx="1" presStyleCnt="4"/>
      <dgm:spPr/>
    </dgm:pt>
    <dgm:pt modelId="{E58C6736-1513-CC4E-999A-75FCDA1E2B41}" type="pres">
      <dgm:prSet presAssocID="{F22CB024-606F-1247-9BEB-93CE16702212}" presName="sibTransNodeCircle" presStyleLbl="alignNode1" presStyleIdx="2" presStyleCnt="8">
        <dgm:presLayoutVars>
          <dgm:chMax val="0"/>
          <dgm:bulletEnabled/>
        </dgm:presLayoutVars>
      </dgm:prSet>
      <dgm:spPr/>
    </dgm:pt>
    <dgm:pt modelId="{F799DCF3-3299-F54E-922B-657AA8D5F71F}" type="pres">
      <dgm:prSet presAssocID="{9992A9F1-EE7E-7944-A067-5EFB0DDC460E}" presName="bottomLine" presStyleLbl="alignNode1" presStyleIdx="3" presStyleCnt="8">
        <dgm:presLayoutVars/>
      </dgm:prSet>
      <dgm:spPr/>
    </dgm:pt>
    <dgm:pt modelId="{38F79E20-0B4B-1845-9ACC-AAA4644D7E2D}" type="pres">
      <dgm:prSet presAssocID="{9992A9F1-EE7E-7944-A067-5EFB0DDC460E}" presName="nodeText" presStyleLbl="bgAccFollowNode1" presStyleIdx="1" presStyleCnt="4">
        <dgm:presLayoutVars>
          <dgm:bulletEnabled val="1"/>
        </dgm:presLayoutVars>
      </dgm:prSet>
      <dgm:spPr/>
    </dgm:pt>
    <dgm:pt modelId="{13562AFE-92D9-DA40-B189-EAA776B355FC}" type="pres">
      <dgm:prSet presAssocID="{F22CB024-606F-1247-9BEB-93CE16702212}" presName="sibTrans" presStyleCnt="0"/>
      <dgm:spPr/>
    </dgm:pt>
    <dgm:pt modelId="{16358BED-424A-5A4A-9326-62ED800B2181}" type="pres">
      <dgm:prSet presAssocID="{C03B4636-5980-694F-A5DE-CA01AEFB6D3A}" presName="compositeNode" presStyleCnt="0">
        <dgm:presLayoutVars>
          <dgm:bulletEnabled val="1"/>
        </dgm:presLayoutVars>
      </dgm:prSet>
      <dgm:spPr/>
    </dgm:pt>
    <dgm:pt modelId="{DD3E63E0-6A7A-E242-83F6-25D5579F007F}" type="pres">
      <dgm:prSet presAssocID="{C03B4636-5980-694F-A5DE-CA01AEFB6D3A}" presName="bgRect" presStyleLbl="bgAccFollowNode1" presStyleIdx="2" presStyleCnt="4"/>
      <dgm:spPr/>
    </dgm:pt>
    <dgm:pt modelId="{8AA0632B-7BD4-624E-A3E1-B42F6443CFE7}" type="pres">
      <dgm:prSet presAssocID="{F5781EEB-EBC6-A247-9D80-C87F8598A1C0}" presName="sibTransNodeCircle" presStyleLbl="alignNode1" presStyleIdx="4" presStyleCnt="8">
        <dgm:presLayoutVars>
          <dgm:chMax val="0"/>
          <dgm:bulletEnabled/>
        </dgm:presLayoutVars>
      </dgm:prSet>
      <dgm:spPr/>
    </dgm:pt>
    <dgm:pt modelId="{CA5CCF37-23FC-D148-8457-B64BE398F2AD}" type="pres">
      <dgm:prSet presAssocID="{C03B4636-5980-694F-A5DE-CA01AEFB6D3A}" presName="bottomLine" presStyleLbl="alignNode1" presStyleIdx="5" presStyleCnt="8">
        <dgm:presLayoutVars/>
      </dgm:prSet>
      <dgm:spPr/>
    </dgm:pt>
    <dgm:pt modelId="{8B98F2B4-2C6D-5A44-80EE-6918858CCF75}" type="pres">
      <dgm:prSet presAssocID="{C03B4636-5980-694F-A5DE-CA01AEFB6D3A}" presName="nodeText" presStyleLbl="bgAccFollowNode1" presStyleIdx="2" presStyleCnt="4">
        <dgm:presLayoutVars>
          <dgm:bulletEnabled val="1"/>
        </dgm:presLayoutVars>
      </dgm:prSet>
      <dgm:spPr/>
    </dgm:pt>
    <dgm:pt modelId="{650DE1A4-3515-C241-8E2D-10A77DA15F90}" type="pres">
      <dgm:prSet presAssocID="{F5781EEB-EBC6-A247-9D80-C87F8598A1C0}" presName="sibTrans" presStyleCnt="0"/>
      <dgm:spPr/>
    </dgm:pt>
    <dgm:pt modelId="{0DD921B8-D335-0C49-B53B-5CC2F81E8AA3}" type="pres">
      <dgm:prSet presAssocID="{20D7956B-4349-8447-91BA-28523984C73E}" presName="compositeNode" presStyleCnt="0">
        <dgm:presLayoutVars>
          <dgm:bulletEnabled val="1"/>
        </dgm:presLayoutVars>
      </dgm:prSet>
      <dgm:spPr/>
    </dgm:pt>
    <dgm:pt modelId="{831FD0F6-2537-2A42-A214-4D03AAE21D22}" type="pres">
      <dgm:prSet presAssocID="{20D7956B-4349-8447-91BA-28523984C73E}" presName="bgRect" presStyleLbl="bgAccFollowNode1" presStyleIdx="3" presStyleCnt="4"/>
      <dgm:spPr/>
    </dgm:pt>
    <dgm:pt modelId="{89AE36C3-C22C-8D42-9FA1-58CB1D049A8E}" type="pres">
      <dgm:prSet presAssocID="{153D9A7F-889A-BF44-8DC0-A5D4DA1F0C60}" presName="sibTransNodeCircle" presStyleLbl="alignNode1" presStyleIdx="6" presStyleCnt="8">
        <dgm:presLayoutVars>
          <dgm:chMax val="0"/>
          <dgm:bulletEnabled/>
        </dgm:presLayoutVars>
      </dgm:prSet>
      <dgm:spPr/>
    </dgm:pt>
    <dgm:pt modelId="{557482BC-BBDD-0549-BACD-F75959DE6D79}" type="pres">
      <dgm:prSet presAssocID="{20D7956B-4349-8447-91BA-28523984C73E}" presName="bottomLine" presStyleLbl="alignNode1" presStyleIdx="7" presStyleCnt="8">
        <dgm:presLayoutVars/>
      </dgm:prSet>
      <dgm:spPr/>
    </dgm:pt>
    <dgm:pt modelId="{B2CE472A-DC17-6048-9049-20C5E0A1F617}" type="pres">
      <dgm:prSet presAssocID="{20D7956B-4349-8447-91BA-28523984C73E}" presName="nodeText" presStyleLbl="bgAccFollowNode1" presStyleIdx="3" presStyleCnt="4">
        <dgm:presLayoutVars>
          <dgm:bulletEnabled val="1"/>
        </dgm:presLayoutVars>
      </dgm:prSet>
      <dgm:spPr/>
    </dgm:pt>
  </dgm:ptLst>
  <dgm:cxnLst>
    <dgm:cxn modelId="{FC7D7B01-2500-874A-8EDB-6B85FF8A62E1}" srcId="{22F7CB0D-E0A7-2047-AF41-1CFDDF6893B9}" destId="{20D7956B-4349-8447-91BA-28523984C73E}" srcOrd="3" destOrd="0" parTransId="{CF7F12BF-9E76-0749-8A80-7A5F97AC3418}" sibTransId="{153D9A7F-889A-BF44-8DC0-A5D4DA1F0C60}"/>
    <dgm:cxn modelId="{95292B14-B00D-494B-A2F0-5F666E7595A1}" type="presOf" srcId="{20D7956B-4349-8447-91BA-28523984C73E}" destId="{B2CE472A-DC17-6048-9049-20C5E0A1F617}" srcOrd="1" destOrd="0" presId="urn:microsoft.com/office/officeart/2016/7/layout/BasicLinearProcessNumbered"/>
    <dgm:cxn modelId="{32F4C020-09CD-F249-9912-B1A06D8C2023}" type="presOf" srcId="{153D9A7F-889A-BF44-8DC0-A5D4DA1F0C60}" destId="{89AE36C3-C22C-8D42-9FA1-58CB1D049A8E}" srcOrd="0" destOrd="0" presId="urn:microsoft.com/office/officeart/2016/7/layout/BasicLinearProcessNumbered"/>
    <dgm:cxn modelId="{D5D87F29-315C-EE49-A2FD-0F1FD1940A97}" srcId="{22F7CB0D-E0A7-2047-AF41-1CFDDF6893B9}" destId="{DA919FC9-51A0-2345-AD07-751C816209CD}" srcOrd="0" destOrd="0" parTransId="{14C6293A-7557-F146-BF45-8CFDF164C56E}" sibTransId="{ED37CC0E-D751-8847-AE6A-71943307570F}"/>
    <dgm:cxn modelId="{7C2C4037-4DF5-A145-9C5C-5104CA6542BD}" type="presOf" srcId="{F5781EEB-EBC6-A247-9D80-C87F8598A1C0}" destId="{8AA0632B-7BD4-624E-A3E1-B42F6443CFE7}" srcOrd="0" destOrd="0" presId="urn:microsoft.com/office/officeart/2016/7/layout/BasicLinearProcessNumbered"/>
    <dgm:cxn modelId="{2042FF3D-BFEE-5747-ACD3-524CCECFAA4A}" type="presOf" srcId="{9992A9F1-EE7E-7944-A067-5EFB0DDC460E}" destId="{0BF1850D-DE4F-F041-82EE-0F78D36C7B14}" srcOrd="0" destOrd="0" presId="urn:microsoft.com/office/officeart/2016/7/layout/BasicLinearProcessNumbered"/>
    <dgm:cxn modelId="{A4CC19AB-5BEF-AD49-AA3A-B66F2C429C09}" type="presOf" srcId="{F22CB024-606F-1247-9BEB-93CE16702212}" destId="{E58C6736-1513-CC4E-999A-75FCDA1E2B41}" srcOrd="0" destOrd="0" presId="urn:microsoft.com/office/officeart/2016/7/layout/BasicLinearProcessNumbered"/>
    <dgm:cxn modelId="{43DB85B2-F138-014B-A2C6-53C83226E2DC}" type="presOf" srcId="{9992A9F1-EE7E-7944-A067-5EFB0DDC460E}" destId="{38F79E20-0B4B-1845-9ACC-AAA4644D7E2D}" srcOrd="1" destOrd="0" presId="urn:microsoft.com/office/officeart/2016/7/layout/BasicLinearProcessNumbered"/>
    <dgm:cxn modelId="{D6EB94B6-3139-7C4C-984A-ECFB6654E490}" type="presOf" srcId="{C03B4636-5980-694F-A5DE-CA01AEFB6D3A}" destId="{8B98F2B4-2C6D-5A44-80EE-6918858CCF75}" srcOrd="1" destOrd="0" presId="urn:microsoft.com/office/officeart/2016/7/layout/BasicLinearProcessNumbered"/>
    <dgm:cxn modelId="{44A4A9B8-713A-104B-B7B0-3F66FDED109C}" srcId="{22F7CB0D-E0A7-2047-AF41-1CFDDF6893B9}" destId="{9992A9F1-EE7E-7944-A067-5EFB0DDC460E}" srcOrd="1" destOrd="0" parTransId="{B512EED3-19E0-CA48-91DC-71F58FCA93B1}" sibTransId="{F22CB024-606F-1247-9BEB-93CE16702212}"/>
    <dgm:cxn modelId="{486355BF-31D5-1643-891E-0015A4204D68}" type="presOf" srcId="{ED37CC0E-D751-8847-AE6A-71943307570F}" destId="{AA50637D-FEF8-D345-892D-CA5B6A4259FA}" srcOrd="0" destOrd="0" presId="urn:microsoft.com/office/officeart/2016/7/layout/BasicLinearProcessNumbered"/>
    <dgm:cxn modelId="{7ED663C0-8FAC-A74E-8574-36834E086CC7}" type="presOf" srcId="{20D7956B-4349-8447-91BA-28523984C73E}" destId="{831FD0F6-2537-2A42-A214-4D03AAE21D22}" srcOrd="0" destOrd="0" presId="urn:microsoft.com/office/officeart/2016/7/layout/BasicLinearProcessNumbered"/>
    <dgm:cxn modelId="{05BAB6CA-F103-BB4A-8314-339D07F604A7}" type="presOf" srcId="{DA919FC9-51A0-2345-AD07-751C816209CD}" destId="{75766284-CB79-A349-B6A8-9713A3ADD0CB}" srcOrd="0" destOrd="0" presId="urn:microsoft.com/office/officeart/2016/7/layout/BasicLinearProcessNumbered"/>
    <dgm:cxn modelId="{D0761CCE-DE3E-794F-828B-85DC037525F8}" type="presOf" srcId="{C03B4636-5980-694F-A5DE-CA01AEFB6D3A}" destId="{DD3E63E0-6A7A-E242-83F6-25D5579F007F}" srcOrd="0" destOrd="0" presId="urn:microsoft.com/office/officeart/2016/7/layout/BasicLinearProcessNumbered"/>
    <dgm:cxn modelId="{634924EE-BC92-934A-8421-B1F21DBC13C5}" type="presOf" srcId="{DA919FC9-51A0-2345-AD07-751C816209CD}" destId="{41FEB84C-05A6-5D4D-921F-3AC058F66DFA}" srcOrd="1" destOrd="0" presId="urn:microsoft.com/office/officeart/2016/7/layout/BasicLinearProcessNumbered"/>
    <dgm:cxn modelId="{52D977EF-2D02-8A4B-A581-E409792CA5E0}" srcId="{22F7CB0D-E0A7-2047-AF41-1CFDDF6893B9}" destId="{C03B4636-5980-694F-A5DE-CA01AEFB6D3A}" srcOrd="2" destOrd="0" parTransId="{3CD99421-B974-6B49-978B-66516CEAB386}" sibTransId="{F5781EEB-EBC6-A247-9D80-C87F8598A1C0}"/>
    <dgm:cxn modelId="{DBD4C1F6-A2DE-5D43-B5B1-DEDB20ED4E49}" type="presOf" srcId="{22F7CB0D-E0A7-2047-AF41-1CFDDF6893B9}" destId="{0230C87B-6E40-BF45-AAB8-83B59C59CB8A}" srcOrd="0" destOrd="0" presId="urn:microsoft.com/office/officeart/2016/7/layout/BasicLinearProcessNumbered"/>
    <dgm:cxn modelId="{046CE5DD-3AA7-E341-9E22-61B53E8130D8}" type="presParOf" srcId="{0230C87B-6E40-BF45-AAB8-83B59C59CB8A}" destId="{5673495E-4FC9-294B-B141-D07D338472F9}" srcOrd="0" destOrd="0" presId="urn:microsoft.com/office/officeart/2016/7/layout/BasicLinearProcessNumbered"/>
    <dgm:cxn modelId="{4B822591-B301-2C40-A17A-35C13A9CC6C9}" type="presParOf" srcId="{5673495E-4FC9-294B-B141-D07D338472F9}" destId="{75766284-CB79-A349-B6A8-9713A3ADD0CB}" srcOrd="0" destOrd="0" presId="urn:microsoft.com/office/officeart/2016/7/layout/BasicLinearProcessNumbered"/>
    <dgm:cxn modelId="{7D80C098-570D-4A46-8A1D-CE0BA82F81BD}" type="presParOf" srcId="{5673495E-4FC9-294B-B141-D07D338472F9}" destId="{AA50637D-FEF8-D345-892D-CA5B6A4259FA}" srcOrd="1" destOrd="0" presId="urn:microsoft.com/office/officeart/2016/7/layout/BasicLinearProcessNumbered"/>
    <dgm:cxn modelId="{9EFDBD00-D236-F440-81CF-52B79AEAB846}" type="presParOf" srcId="{5673495E-4FC9-294B-B141-D07D338472F9}" destId="{12012CEF-FC8E-4445-A7ED-3D6C2A668B72}" srcOrd="2" destOrd="0" presId="urn:microsoft.com/office/officeart/2016/7/layout/BasicLinearProcessNumbered"/>
    <dgm:cxn modelId="{67CA26E4-AD2C-CF45-BE4F-FB8144BEF7E9}" type="presParOf" srcId="{5673495E-4FC9-294B-B141-D07D338472F9}" destId="{41FEB84C-05A6-5D4D-921F-3AC058F66DFA}" srcOrd="3" destOrd="0" presId="urn:microsoft.com/office/officeart/2016/7/layout/BasicLinearProcessNumbered"/>
    <dgm:cxn modelId="{8D9E1F46-C0E9-2246-B340-1690E8B43F0E}" type="presParOf" srcId="{0230C87B-6E40-BF45-AAB8-83B59C59CB8A}" destId="{1A15A54C-B35D-CC4C-AB68-9F56C4FF2D20}" srcOrd="1" destOrd="0" presId="urn:microsoft.com/office/officeart/2016/7/layout/BasicLinearProcessNumbered"/>
    <dgm:cxn modelId="{F62650AB-0B60-354A-9BB8-67145A77BA39}" type="presParOf" srcId="{0230C87B-6E40-BF45-AAB8-83B59C59CB8A}" destId="{D4815F5A-97A5-9F4B-9C4C-FAC891D6372F}" srcOrd="2" destOrd="0" presId="urn:microsoft.com/office/officeart/2016/7/layout/BasicLinearProcessNumbered"/>
    <dgm:cxn modelId="{11E02FA0-ADB1-6A4F-939E-110015026A20}" type="presParOf" srcId="{D4815F5A-97A5-9F4B-9C4C-FAC891D6372F}" destId="{0BF1850D-DE4F-F041-82EE-0F78D36C7B14}" srcOrd="0" destOrd="0" presId="urn:microsoft.com/office/officeart/2016/7/layout/BasicLinearProcessNumbered"/>
    <dgm:cxn modelId="{5DE59B02-4E60-3A46-B1BC-03897626F6B5}" type="presParOf" srcId="{D4815F5A-97A5-9F4B-9C4C-FAC891D6372F}" destId="{E58C6736-1513-CC4E-999A-75FCDA1E2B41}" srcOrd="1" destOrd="0" presId="urn:microsoft.com/office/officeart/2016/7/layout/BasicLinearProcessNumbered"/>
    <dgm:cxn modelId="{82AFFD72-D4A1-4342-A9FC-4C49672AD074}" type="presParOf" srcId="{D4815F5A-97A5-9F4B-9C4C-FAC891D6372F}" destId="{F799DCF3-3299-F54E-922B-657AA8D5F71F}" srcOrd="2" destOrd="0" presId="urn:microsoft.com/office/officeart/2016/7/layout/BasicLinearProcessNumbered"/>
    <dgm:cxn modelId="{2FCCC652-57A4-624D-9413-780FCBC2FE10}" type="presParOf" srcId="{D4815F5A-97A5-9F4B-9C4C-FAC891D6372F}" destId="{38F79E20-0B4B-1845-9ACC-AAA4644D7E2D}" srcOrd="3" destOrd="0" presId="urn:microsoft.com/office/officeart/2016/7/layout/BasicLinearProcessNumbered"/>
    <dgm:cxn modelId="{6BB9DCD8-B34B-0D4E-89CC-69B95CEBABDC}" type="presParOf" srcId="{0230C87B-6E40-BF45-AAB8-83B59C59CB8A}" destId="{13562AFE-92D9-DA40-B189-EAA776B355FC}" srcOrd="3" destOrd="0" presId="urn:microsoft.com/office/officeart/2016/7/layout/BasicLinearProcessNumbered"/>
    <dgm:cxn modelId="{EC295643-EC7B-854F-B92A-09212DED7A5E}" type="presParOf" srcId="{0230C87B-6E40-BF45-AAB8-83B59C59CB8A}" destId="{16358BED-424A-5A4A-9326-62ED800B2181}" srcOrd="4" destOrd="0" presId="urn:microsoft.com/office/officeart/2016/7/layout/BasicLinearProcessNumbered"/>
    <dgm:cxn modelId="{301ED7B1-8B13-6A4F-81E4-3AA0AB59F330}" type="presParOf" srcId="{16358BED-424A-5A4A-9326-62ED800B2181}" destId="{DD3E63E0-6A7A-E242-83F6-25D5579F007F}" srcOrd="0" destOrd="0" presId="urn:microsoft.com/office/officeart/2016/7/layout/BasicLinearProcessNumbered"/>
    <dgm:cxn modelId="{95E8E3A8-F0D1-AF43-B750-7259DEDD1EDF}" type="presParOf" srcId="{16358BED-424A-5A4A-9326-62ED800B2181}" destId="{8AA0632B-7BD4-624E-A3E1-B42F6443CFE7}" srcOrd="1" destOrd="0" presId="urn:microsoft.com/office/officeart/2016/7/layout/BasicLinearProcessNumbered"/>
    <dgm:cxn modelId="{5466A5EC-A0BE-1641-B708-B3D6AF473411}" type="presParOf" srcId="{16358BED-424A-5A4A-9326-62ED800B2181}" destId="{CA5CCF37-23FC-D148-8457-B64BE398F2AD}" srcOrd="2" destOrd="0" presId="urn:microsoft.com/office/officeart/2016/7/layout/BasicLinearProcessNumbered"/>
    <dgm:cxn modelId="{48471421-7990-0A49-A777-B3404B22508F}" type="presParOf" srcId="{16358BED-424A-5A4A-9326-62ED800B2181}" destId="{8B98F2B4-2C6D-5A44-80EE-6918858CCF75}" srcOrd="3" destOrd="0" presId="urn:microsoft.com/office/officeart/2016/7/layout/BasicLinearProcessNumbered"/>
    <dgm:cxn modelId="{F077D256-A062-C74B-8B63-2F8A89958C61}" type="presParOf" srcId="{0230C87B-6E40-BF45-AAB8-83B59C59CB8A}" destId="{650DE1A4-3515-C241-8E2D-10A77DA15F90}" srcOrd="5" destOrd="0" presId="urn:microsoft.com/office/officeart/2016/7/layout/BasicLinearProcessNumbered"/>
    <dgm:cxn modelId="{705F9217-1D7F-6F4E-AC6B-2C38949258F8}" type="presParOf" srcId="{0230C87B-6E40-BF45-AAB8-83B59C59CB8A}" destId="{0DD921B8-D335-0C49-B53B-5CC2F81E8AA3}" srcOrd="6" destOrd="0" presId="urn:microsoft.com/office/officeart/2016/7/layout/BasicLinearProcessNumbered"/>
    <dgm:cxn modelId="{4452E702-33F1-5444-8595-9DBDADD572C1}" type="presParOf" srcId="{0DD921B8-D335-0C49-B53B-5CC2F81E8AA3}" destId="{831FD0F6-2537-2A42-A214-4D03AAE21D22}" srcOrd="0" destOrd="0" presId="urn:microsoft.com/office/officeart/2016/7/layout/BasicLinearProcessNumbered"/>
    <dgm:cxn modelId="{AB1DEC93-F4C4-5648-B05E-FDDF9D43C4F2}" type="presParOf" srcId="{0DD921B8-D335-0C49-B53B-5CC2F81E8AA3}" destId="{89AE36C3-C22C-8D42-9FA1-58CB1D049A8E}" srcOrd="1" destOrd="0" presId="urn:microsoft.com/office/officeart/2016/7/layout/BasicLinearProcessNumbered"/>
    <dgm:cxn modelId="{287CF148-4640-BD45-A86B-9D2A4268DEC8}" type="presParOf" srcId="{0DD921B8-D335-0C49-B53B-5CC2F81E8AA3}" destId="{557482BC-BBDD-0549-BACD-F75959DE6D79}" srcOrd="2" destOrd="0" presId="urn:microsoft.com/office/officeart/2016/7/layout/BasicLinearProcessNumbered"/>
    <dgm:cxn modelId="{10373904-E1FD-6841-A3FD-023E6510B7E1}" type="presParOf" srcId="{0DD921B8-D335-0C49-B53B-5CC2F81E8AA3}" destId="{B2CE472A-DC17-6048-9049-20C5E0A1F617}"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F7CB0D-E0A7-2047-AF41-1CFDDF6893B9}" type="doc">
      <dgm:prSet loTypeId="urn:microsoft.com/office/officeart/2016/7/layout/BasicLinearProcessNumbered" loCatId="process" qsTypeId="urn:microsoft.com/office/officeart/2005/8/quickstyle/simple1" qsCatId="simple" csTypeId="urn:microsoft.com/office/officeart/2005/8/colors/colorful5" csCatId="colorful" phldr="1"/>
      <dgm:spPr/>
      <dgm:t>
        <a:bodyPr/>
        <a:lstStyle/>
        <a:p>
          <a:endParaRPr lang="en-GB"/>
        </a:p>
      </dgm:t>
    </dgm:pt>
    <dgm:pt modelId="{DA919FC9-51A0-2345-AD07-751C816209CD}">
      <dgm:prSet phldrT="[Text]"/>
      <dgm:spPr/>
      <dgm:t>
        <a:bodyPr/>
        <a:lstStyle/>
        <a:p>
          <a:r>
            <a:rPr lang="en-GB" dirty="0"/>
            <a:t>Email Automated using Power Automate with Adobe Connectors</a:t>
          </a:r>
        </a:p>
      </dgm:t>
    </dgm:pt>
    <dgm:pt modelId="{14C6293A-7557-F146-BF45-8CFDF164C56E}" type="parTrans" cxnId="{D5D87F29-315C-EE49-A2FD-0F1FD1940A97}">
      <dgm:prSet/>
      <dgm:spPr/>
      <dgm:t>
        <a:bodyPr/>
        <a:lstStyle/>
        <a:p>
          <a:endParaRPr lang="en-GB"/>
        </a:p>
      </dgm:t>
    </dgm:pt>
    <dgm:pt modelId="{ED37CC0E-D751-8847-AE6A-71943307570F}" type="sibTrans" cxnId="{D5D87F29-315C-EE49-A2FD-0F1FD1940A97}">
      <dgm:prSet phldrT="1" phldr="0"/>
      <dgm:spPr/>
      <dgm:t>
        <a:bodyPr/>
        <a:lstStyle/>
        <a:p>
          <a:r>
            <a:rPr lang="en-GB"/>
            <a:t>1</a:t>
          </a:r>
        </a:p>
      </dgm:t>
    </dgm:pt>
    <dgm:pt modelId="{0230C87B-6E40-BF45-AAB8-83B59C59CB8A}" type="pres">
      <dgm:prSet presAssocID="{22F7CB0D-E0A7-2047-AF41-1CFDDF6893B9}" presName="Name0" presStyleCnt="0">
        <dgm:presLayoutVars>
          <dgm:animLvl val="lvl"/>
          <dgm:resizeHandles val="exact"/>
        </dgm:presLayoutVars>
      </dgm:prSet>
      <dgm:spPr/>
    </dgm:pt>
    <dgm:pt modelId="{5673495E-4FC9-294B-B141-D07D338472F9}" type="pres">
      <dgm:prSet presAssocID="{DA919FC9-51A0-2345-AD07-751C816209CD}" presName="compositeNode" presStyleCnt="0">
        <dgm:presLayoutVars>
          <dgm:bulletEnabled val="1"/>
        </dgm:presLayoutVars>
      </dgm:prSet>
      <dgm:spPr/>
    </dgm:pt>
    <dgm:pt modelId="{75766284-CB79-A349-B6A8-9713A3ADD0CB}" type="pres">
      <dgm:prSet presAssocID="{DA919FC9-51A0-2345-AD07-751C816209CD}" presName="bgRect" presStyleLbl="bgAccFollowNode1" presStyleIdx="0" presStyleCnt="1"/>
      <dgm:spPr/>
    </dgm:pt>
    <dgm:pt modelId="{AA50637D-FEF8-D345-892D-CA5B6A4259FA}" type="pres">
      <dgm:prSet presAssocID="{ED37CC0E-D751-8847-AE6A-71943307570F}" presName="sibTransNodeCircle" presStyleLbl="alignNode1" presStyleIdx="0" presStyleCnt="2">
        <dgm:presLayoutVars>
          <dgm:chMax val="0"/>
          <dgm:bulletEnabled/>
        </dgm:presLayoutVars>
      </dgm:prSet>
      <dgm:spPr/>
    </dgm:pt>
    <dgm:pt modelId="{12012CEF-FC8E-4445-A7ED-3D6C2A668B72}" type="pres">
      <dgm:prSet presAssocID="{DA919FC9-51A0-2345-AD07-751C816209CD}" presName="bottomLine" presStyleLbl="alignNode1" presStyleIdx="1" presStyleCnt="2">
        <dgm:presLayoutVars/>
      </dgm:prSet>
      <dgm:spPr/>
    </dgm:pt>
    <dgm:pt modelId="{41FEB84C-05A6-5D4D-921F-3AC058F66DFA}" type="pres">
      <dgm:prSet presAssocID="{DA919FC9-51A0-2345-AD07-751C816209CD}" presName="nodeText" presStyleLbl="bgAccFollowNode1" presStyleIdx="0" presStyleCnt="1">
        <dgm:presLayoutVars>
          <dgm:bulletEnabled val="1"/>
        </dgm:presLayoutVars>
      </dgm:prSet>
      <dgm:spPr/>
    </dgm:pt>
  </dgm:ptLst>
  <dgm:cxnLst>
    <dgm:cxn modelId="{D5D87F29-315C-EE49-A2FD-0F1FD1940A97}" srcId="{22F7CB0D-E0A7-2047-AF41-1CFDDF6893B9}" destId="{DA919FC9-51A0-2345-AD07-751C816209CD}" srcOrd="0" destOrd="0" parTransId="{14C6293A-7557-F146-BF45-8CFDF164C56E}" sibTransId="{ED37CC0E-D751-8847-AE6A-71943307570F}"/>
    <dgm:cxn modelId="{486355BF-31D5-1643-891E-0015A4204D68}" type="presOf" srcId="{ED37CC0E-D751-8847-AE6A-71943307570F}" destId="{AA50637D-FEF8-D345-892D-CA5B6A4259FA}" srcOrd="0" destOrd="0" presId="urn:microsoft.com/office/officeart/2016/7/layout/BasicLinearProcessNumbered"/>
    <dgm:cxn modelId="{05BAB6CA-F103-BB4A-8314-339D07F604A7}" type="presOf" srcId="{DA919FC9-51A0-2345-AD07-751C816209CD}" destId="{75766284-CB79-A349-B6A8-9713A3ADD0CB}" srcOrd="0" destOrd="0" presId="urn:microsoft.com/office/officeart/2016/7/layout/BasicLinearProcessNumbered"/>
    <dgm:cxn modelId="{634924EE-BC92-934A-8421-B1F21DBC13C5}" type="presOf" srcId="{DA919FC9-51A0-2345-AD07-751C816209CD}" destId="{41FEB84C-05A6-5D4D-921F-3AC058F66DFA}" srcOrd="1" destOrd="0" presId="urn:microsoft.com/office/officeart/2016/7/layout/BasicLinearProcessNumbered"/>
    <dgm:cxn modelId="{DBD4C1F6-A2DE-5D43-B5B1-DEDB20ED4E49}" type="presOf" srcId="{22F7CB0D-E0A7-2047-AF41-1CFDDF6893B9}" destId="{0230C87B-6E40-BF45-AAB8-83B59C59CB8A}" srcOrd="0" destOrd="0" presId="urn:microsoft.com/office/officeart/2016/7/layout/BasicLinearProcessNumbered"/>
    <dgm:cxn modelId="{046CE5DD-3AA7-E341-9E22-61B53E8130D8}" type="presParOf" srcId="{0230C87B-6E40-BF45-AAB8-83B59C59CB8A}" destId="{5673495E-4FC9-294B-B141-D07D338472F9}" srcOrd="0" destOrd="0" presId="urn:microsoft.com/office/officeart/2016/7/layout/BasicLinearProcessNumbered"/>
    <dgm:cxn modelId="{4B822591-B301-2C40-A17A-35C13A9CC6C9}" type="presParOf" srcId="{5673495E-4FC9-294B-B141-D07D338472F9}" destId="{75766284-CB79-A349-B6A8-9713A3ADD0CB}" srcOrd="0" destOrd="0" presId="urn:microsoft.com/office/officeart/2016/7/layout/BasicLinearProcessNumbered"/>
    <dgm:cxn modelId="{7D80C098-570D-4A46-8A1D-CE0BA82F81BD}" type="presParOf" srcId="{5673495E-4FC9-294B-B141-D07D338472F9}" destId="{AA50637D-FEF8-D345-892D-CA5B6A4259FA}" srcOrd="1" destOrd="0" presId="urn:microsoft.com/office/officeart/2016/7/layout/BasicLinearProcessNumbered"/>
    <dgm:cxn modelId="{9EFDBD00-D236-F440-81CF-52B79AEAB846}" type="presParOf" srcId="{5673495E-4FC9-294B-B141-D07D338472F9}" destId="{12012CEF-FC8E-4445-A7ED-3D6C2A668B72}" srcOrd="2" destOrd="0" presId="urn:microsoft.com/office/officeart/2016/7/layout/BasicLinearProcessNumbered"/>
    <dgm:cxn modelId="{67CA26E4-AD2C-CF45-BE4F-FB8144BEF7E9}" type="presParOf" srcId="{5673495E-4FC9-294B-B141-D07D338472F9}" destId="{41FEB84C-05A6-5D4D-921F-3AC058F66DFA}"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66284-CB79-A349-B6A8-9713A3ADD0CB}">
      <dsp:nvSpPr>
        <dsp:cNvPr id="0" name=""/>
        <dsp:cNvSpPr/>
      </dsp:nvSpPr>
      <dsp:spPr>
        <a:xfrm>
          <a:off x="3009" y="0"/>
          <a:ext cx="2387381" cy="3202346"/>
        </a:xfrm>
        <a:prstGeom prst="rect">
          <a:avLst/>
        </a:prstGeom>
        <a:solidFill>
          <a:schemeClr val="accent5">
            <a:tint val="40000"/>
            <a:alpha val="90000"/>
            <a:hueOff val="0"/>
            <a:satOff val="0"/>
            <a:lumOff val="0"/>
            <a:alphaOff val="0"/>
          </a:schemeClr>
        </a:solidFill>
        <a:ln w="1079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130" tIns="330200" rIns="186130" bIns="330200" numCol="1" spcCol="1270" anchor="t" anchorCtr="0">
          <a:noAutofit/>
        </a:bodyPr>
        <a:lstStyle/>
        <a:p>
          <a:pPr marL="0" lvl="0" indent="0" algn="l" defTabSz="977900">
            <a:lnSpc>
              <a:spcPct val="90000"/>
            </a:lnSpc>
            <a:spcBef>
              <a:spcPct val="0"/>
            </a:spcBef>
            <a:spcAft>
              <a:spcPct val="35000"/>
            </a:spcAft>
            <a:buNone/>
          </a:pPr>
          <a:r>
            <a:rPr lang="en-GB" sz="2200" kern="1200" dirty="0"/>
            <a:t>Email received</a:t>
          </a:r>
        </a:p>
      </dsp:txBody>
      <dsp:txXfrm>
        <a:off x="3009" y="1216891"/>
        <a:ext cx="2387381" cy="1921407"/>
      </dsp:txXfrm>
    </dsp:sp>
    <dsp:sp modelId="{AA50637D-FEF8-D345-892D-CA5B6A4259FA}">
      <dsp:nvSpPr>
        <dsp:cNvPr id="0" name=""/>
        <dsp:cNvSpPr/>
      </dsp:nvSpPr>
      <dsp:spPr>
        <a:xfrm>
          <a:off x="716348" y="320234"/>
          <a:ext cx="960703" cy="960703"/>
        </a:xfrm>
        <a:prstGeom prst="ellipse">
          <a:avLst/>
        </a:prstGeom>
        <a:solidFill>
          <a:schemeClr val="accent5">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00" tIns="12700" rIns="74900" bIns="12700" numCol="1" spcCol="1270" anchor="ctr" anchorCtr="0">
          <a:noAutofit/>
        </a:bodyPr>
        <a:lstStyle/>
        <a:p>
          <a:pPr marL="0" lvl="0" indent="0" algn="ctr" defTabSz="2044700">
            <a:lnSpc>
              <a:spcPct val="90000"/>
            </a:lnSpc>
            <a:spcBef>
              <a:spcPct val="0"/>
            </a:spcBef>
            <a:spcAft>
              <a:spcPct val="35000"/>
            </a:spcAft>
            <a:buNone/>
          </a:pPr>
          <a:r>
            <a:rPr lang="en-GB" sz="4600" kern="1200"/>
            <a:t>1</a:t>
          </a:r>
        </a:p>
      </dsp:txBody>
      <dsp:txXfrm>
        <a:off x="857040" y="460926"/>
        <a:ext cx="679319" cy="679319"/>
      </dsp:txXfrm>
    </dsp:sp>
    <dsp:sp modelId="{12012CEF-FC8E-4445-A7ED-3D6C2A668B72}">
      <dsp:nvSpPr>
        <dsp:cNvPr id="0" name=""/>
        <dsp:cNvSpPr/>
      </dsp:nvSpPr>
      <dsp:spPr>
        <a:xfrm>
          <a:off x="3009" y="3202274"/>
          <a:ext cx="2387381" cy="72"/>
        </a:xfrm>
        <a:prstGeom prst="rect">
          <a:avLst/>
        </a:prstGeom>
        <a:solidFill>
          <a:schemeClr val="accent5">
            <a:hueOff val="1596903"/>
            <a:satOff val="-1376"/>
            <a:lumOff val="1821"/>
            <a:alphaOff val="0"/>
          </a:schemeClr>
        </a:solidFill>
        <a:ln w="10795" cap="flat" cmpd="sng" algn="ctr">
          <a:solidFill>
            <a:schemeClr val="accent5">
              <a:hueOff val="1596903"/>
              <a:satOff val="-1376"/>
              <a:lumOff val="18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F1850D-DE4F-F041-82EE-0F78D36C7B14}">
      <dsp:nvSpPr>
        <dsp:cNvPr id="0" name=""/>
        <dsp:cNvSpPr/>
      </dsp:nvSpPr>
      <dsp:spPr>
        <a:xfrm>
          <a:off x="2629129" y="0"/>
          <a:ext cx="2387381" cy="3202346"/>
        </a:xfrm>
        <a:prstGeom prst="rect">
          <a:avLst/>
        </a:prstGeom>
        <a:solidFill>
          <a:schemeClr val="accent5">
            <a:tint val="40000"/>
            <a:alpha val="90000"/>
            <a:hueOff val="3855787"/>
            <a:satOff val="6667"/>
            <a:lumOff val="824"/>
            <a:alphaOff val="0"/>
          </a:schemeClr>
        </a:solidFill>
        <a:ln w="10795" cap="flat" cmpd="sng" algn="ctr">
          <a:solidFill>
            <a:schemeClr val="accent5">
              <a:tint val="40000"/>
              <a:alpha val="90000"/>
              <a:hueOff val="3855787"/>
              <a:satOff val="6667"/>
              <a:lumOff val="8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130" tIns="330200" rIns="186130" bIns="330200" numCol="1" spcCol="1270" anchor="t" anchorCtr="0">
          <a:noAutofit/>
        </a:bodyPr>
        <a:lstStyle/>
        <a:p>
          <a:pPr marL="0" lvl="0" indent="0" algn="l" defTabSz="977900">
            <a:lnSpc>
              <a:spcPct val="90000"/>
            </a:lnSpc>
            <a:spcBef>
              <a:spcPct val="0"/>
            </a:spcBef>
            <a:spcAft>
              <a:spcPct val="35000"/>
            </a:spcAft>
            <a:buNone/>
          </a:pPr>
          <a:r>
            <a:rPr lang="en-GB" sz="2200" kern="1200" dirty="0"/>
            <a:t>Document Download</a:t>
          </a:r>
        </a:p>
      </dsp:txBody>
      <dsp:txXfrm>
        <a:off x="2629129" y="1216891"/>
        <a:ext cx="2387381" cy="1921407"/>
      </dsp:txXfrm>
    </dsp:sp>
    <dsp:sp modelId="{E58C6736-1513-CC4E-999A-75FCDA1E2B41}">
      <dsp:nvSpPr>
        <dsp:cNvPr id="0" name=""/>
        <dsp:cNvSpPr/>
      </dsp:nvSpPr>
      <dsp:spPr>
        <a:xfrm>
          <a:off x="3342468" y="320234"/>
          <a:ext cx="960703" cy="960703"/>
        </a:xfrm>
        <a:prstGeom prst="ellipse">
          <a:avLst/>
        </a:prstGeom>
        <a:solidFill>
          <a:schemeClr val="accent5">
            <a:hueOff val="3193805"/>
            <a:satOff val="-2753"/>
            <a:lumOff val="3642"/>
            <a:alphaOff val="0"/>
          </a:schemeClr>
        </a:solidFill>
        <a:ln w="10795" cap="flat" cmpd="sng" algn="ctr">
          <a:solidFill>
            <a:schemeClr val="accent5">
              <a:hueOff val="3193805"/>
              <a:satOff val="-2753"/>
              <a:lumOff val="364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00" tIns="12700" rIns="74900" bIns="12700" numCol="1" spcCol="1270" anchor="ctr" anchorCtr="0">
          <a:noAutofit/>
        </a:bodyPr>
        <a:lstStyle/>
        <a:p>
          <a:pPr marL="0" lvl="0" indent="0" algn="ctr" defTabSz="2044700">
            <a:lnSpc>
              <a:spcPct val="90000"/>
            </a:lnSpc>
            <a:spcBef>
              <a:spcPct val="0"/>
            </a:spcBef>
            <a:spcAft>
              <a:spcPct val="35000"/>
            </a:spcAft>
            <a:buNone/>
          </a:pPr>
          <a:r>
            <a:rPr lang="en-GB" sz="4600" kern="1200"/>
            <a:t>2</a:t>
          </a:r>
        </a:p>
      </dsp:txBody>
      <dsp:txXfrm>
        <a:off x="3483160" y="460926"/>
        <a:ext cx="679319" cy="679319"/>
      </dsp:txXfrm>
    </dsp:sp>
    <dsp:sp modelId="{F799DCF3-3299-F54E-922B-657AA8D5F71F}">
      <dsp:nvSpPr>
        <dsp:cNvPr id="0" name=""/>
        <dsp:cNvSpPr/>
      </dsp:nvSpPr>
      <dsp:spPr>
        <a:xfrm>
          <a:off x="2629129" y="3202274"/>
          <a:ext cx="2387381" cy="72"/>
        </a:xfrm>
        <a:prstGeom prst="rect">
          <a:avLst/>
        </a:prstGeom>
        <a:solidFill>
          <a:schemeClr val="accent5">
            <a:hueOff val="4790708"/>
            <a:satOff val="-4129"/>
            <a:lumOff val="5463"/>
            <a:alphaOff val="0"/>
          </a:schemeClr>
        </a:solidFill>
        <a:ln w="10795" cap="flat" cmpd="sng" algn="ctr">
          <a:solidFill>
            <a:schemeClr val="accent5">
              <a:hueOff val="4790708"/>
              <a:satOff val="-4129"/>
              <a:lumOff val="54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3E63E0-6A7A-E242-83F6-25D5579F007F}">
      <dsp:nvSpPr>
        <dsp:cNvPr id="0" name=""/>
        <dsp:cNvSpPr/>
      </dsp:nvSpPr>
      <dsp:spPr>
        <a:xfrm>
          <a:off x="5255249" y="0"/>
          <a:ext cx="2387381" cy="3202346"/>
        </a:xfrm>
        <a:prstGeom prst="rect">
          <a:avLst/>
        </a:prstGeom>
        <a:solidFill>
          <a:schemeClr val="accent5">
            <a:tint val="40000"/>
            <a:alpha val="90000"/>
            <a:hueOff val="7711575"/>
            <a:satOff val="13335"/>
            <a:lumOff val="1649"/>
            <a:alphaOff val="0"/>
          </a:schemeClr>
        </a:solidFill>
        <a:ln w="10795" cap="flat" cmpd="sng" algn="ctr">
          <a:solidFill>
            <a:schemeClr val="accent5">
              <a:tint val="40000"/>
              <a:alpha val="90000"/>
              <a:hueOff val="7711575"/>
              <a:satOff val="13335"/>
              <a:lumOff val="164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130" tIns="330200" rIns="186130" bIns="330200" numCol="1" spcCol="1270" anchor="t" anchorCtr="0">
          <a:noAutofit/>
        </a:bodyPr>
        <a:lstStyle/>
        <a:p>
          <a:pPr marL="0" lvl="0" indent="0" algn="l" defTabSz="977900">
            <a:lnSpc>
              <a:spcPct val="90000"/>
            </a:lnSpc>
            <a:spcBef>
              <a:spcPct val="0"/>
            </a:spcBef>
            <a:spcAft>
              <a:spcPct val="35000"/>
            </a:spcAft>
            <a:buNone/>
          </a:pPr>
          <a:r>
            <a:rPr lang="en-GB" sz="2200" kern="1200" dirty="0"/>
            <a:t>Document Protection via Adobe PDF Tools</a:t>
          </a:r>
        </a:p>
      </dsp:txBody>
      <dsp:txXfrm>
        <a:off x="5255249" y="1216891"/>
        <a:ext cx="2387381" cy="1921407"/>
      </dsp:txXfrm>
    </dsp:sp>
    <dsp:sp modelId="{8AA0632B-7BD4-624E-A3E1-B42F6443CFE7}">
      <dsp:nvSpPr>
        <dsp:cNvPr id="0" name=""/>
        <dsp:cNvSpPr/>
      </dsp:nvSpPr>
      <dsp:spPr>
        <a:xfrm>
          <a:off x="5968588" y="320234"/>
          <a:ext cx="960703" cy="960703"/>
        </a:xfrm>
        <a:prstGeom prst="ellipse">
          <a:avLst/>
        </a:prstGeom>
        <a:solidFill>
          <a:schemeClr val="accent5">
            <a:hueOff val="6387611"/>
            <a:satOff val="-5505"/>
            <a:lumOff val="7283"/>
            <a:alphaOff val="0"/>
          </a:schemeClr>
        </a:solidFill>
        <a:ln w="10795" cap="flat" cmpd="sng" algn="ctr">
          <a:solidFill>
            <a:schemeClr val="accent5">
              <a:hueOff val="6387611"/>
              <a:satOff val="-5505"/>
              <a:lumOff val="728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00" tIns="12700" rIns="74900" bIns="12700" numCol="1" spcCol="1270" anchor="ctr" anchorCtr="0">
          <a:noAutofit/>
        </a:bodyPr>
        <a:lstStyle/>
        <a:p>
          <a:pPr marL="0" lvl="0" indent="0" algn="ctr" defTabSz="2044700">
            <a:lnSpc>
              <a:spcPct val="90000"/>
            </a:lnSpc>
            <a:spcBef>
              <a:spcPct val="0"/>
            </a:spcBef>
            <a:spcAft>
              <a:spcPct val="35000"/>
            </a:spcAft>
            <a:buNone/>
          </a:pPr>
          <a:r>
            <a:rPr lang="en-GB" sz="4600" kern="1200"/>
            <a:t>3</a:t>
          </a:r>
        </a:p>
      </dsp:txBody>
      <dsp:txXfrm>
        <a:off x="6109280" y="460926"/>
        <a:ext cx="679319" cy="679319"/>
      </dsp:txXfrm>
    </dsp:sp>
    <dsp:sp modelId="{CA5CCF37-23FC-D148-8457-B64BE398F2AD}">
      <dsp:nvSpPr>
        <dsp:cNvPr id="0" name=""/>
        <dsp:cNvSpPr/>
      </dsp:nvSpPr>
      <dsp:spPr>
        <a:xfrm>
          <a:off x="5255249" y="3202274"/>
          <a:ext cx="2387381" cy="72"/>
        </a:xfrm>
        <a:prstGeom prst="rect">
          <a:avLst/>
        </a:prstGeom>
        <a:solidFill>
          <a:schemeClr val="accent5">
            <a:hueOff val="7984514"/>
            <a:satOff val="-6881"/>
            <a:lumOff val="9104"/>
            <a:alphaOff val="0"/>
          </a:schemeClr>
        </a:solidFill>
        <a:ln w="10795" cap="flat" cmpd="sng" algn="ctr">
          <a:solidFill>
            <a:schemeClr val="accent5">
              <a:hueOff val="7984514"/>
              <a:satOff val="-6881"/>
              <a:lumOff val="910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1FD0F6-2537-2A42-A214-4D03AAE21D22}">
      <dsp:nvSpPr>
        <dsp:cNvPr id="0" name=""/>
        <dsp:cNvSpPr/>
      </dsp:nvSpPr>
      <dsp:spPr>
        <a:xfrm>
          <a:off x="7881368" y="0"/>
          <a:ext cx="2387381" cy="3202346"/>
        </a:xfrm>
        <a:prstGeom prst="rect">
          <a:avLst/>
        </a:prstGeom>
        <a:solidFill>
          <a:schemeClr val="accent5">
            <a:tint val="40000"/>
            <a:alpha val="90000"/>
            <a:hueOff val="11567362"/>
            <a:satOff val="20002"/>
            <a:lumOff val="2473"/>
            <a:alphaOff val="0"/>
          </a:schemeClr>
        </a:solidFill>
        <a:ln w="10795" cap="flat" cmpd="sng" algn="ctr">
          <a:solidFill>
            <a:schemeClr val="accent5">
              <a:tint val="40000"/>
              <a:alpha val="90000"/>
              <a:hueOff val="11567362"/>
              <a:satOff val="20002"/>
              <a:lumOff val="24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130" tIns="330200" rIns="186130" bIns="330200" numCol="1" spcCol="1270" anchor="t" anchorCtr="0">
          <a:noAutofit/>
        </a:bodyPr>
        <a:lstStyle/>
        <a:p>
          <a:pPr marL="0" lvl="0" indent="0" algn="l" defTabSz="977900">
            <a:lnSpc>
              <a:spcPct val="90000"/>
            </a:lnSpc>
            <a:spcBef>
              <a:spcPct val="0"/>
            </a:spcBef>
            <a:spcAft>
              <a:spcPct val="35000"/>
            </a:spcAft>
            <a:buNone/>
          </a:pPr>
          <a:r>
            <a:rPr lang="en-GB" sz="2200" kern="1200" dirty="0"/>
            <a:t>Uploaded</a:t>
          </a:r>
          <a:r>
            <a:rPr lang="en-GB" sz="2200" kern="1200" baseline="0" dirty="0"/>
            <a:t> to adobe sign</a:t>
          </a:r>
          <a:endParaRPr lang="en-GB" sz="2200" kern="1200" dirty="0"/>
        </a:p>
      </dsp:txBody>
      <dsp:txXfrm>
        <a:off x="7881368" y="1216891"/>
        <a:ext cx="2387381" cy="1921407"/>
      </dsp:txXfrm>
    </dsp:sp>
    <dsp:sp modelId="{89AE36C3-C22C-8D42-9FA1-58CB1D049A8E}">
      <dsp:nvSpPr>
        <dsp:cNvPr id="0" name=""/>
        <dsp:cNvSpPr/>
      </dsp:nvSpPr>
      <dsp:spPr>
        <a:xfrm>
          <a:off x="8594707" y="320234"/>
          <a:ext cx="960703" cy="960703"/>
        </a:xfrm>
        <a:prstGeom prst="ellipse">
          <a:avLst/>
        </a:prstGeom>
        <a:solidFill>
          <a:schemeClr val="accent5">
            <a:hueOff val="9581417"/>
            <a:satOff val="-8258"/>
            <a:lumOff val="10925"/>
            <a:alphaOff val="0"/>
          </a:schemeClr>
        </a:solidFill>
        <a:ln w="10795" cap="flat" cmpd="sng" algn="ctr">
          <a:solidFill>
            <a:schemeClr val="accent5">
              <a:hueOff val="9581417"/>
              <a:satOff val="-8258"/>
              <a:lumOff val="1092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00" tIns="12700" rIns="74900" bIns="12700" numCol="1" spcCol="1270" anchor="ctr" anchorCtr="0">
          <a:noAutofit/>
        </a:bodyPr>
        <a:lstStyle/>
        <a:p>
          <a:pPr marL="0" lvl="0" indent="0" algn="ctr" defTabSz="2044700">
            <a:lnSpc>
              <a:spcPct val="90000"/>
            </a:lnSpc>
            <a:spcBef>
              <a:spcPct val="0"/>
            </a:spcBef>
            <a:spcAft>
              <a:spcPct val="35000"/>
            </a:spcAft>
            <a:buNone/>
          </a:pPr>
          <a:r>
            <a:rPr lang="en-GB" sz="4600" kern="1200"/>
            <a:t>4</a:t>
          </a:r>
        </a:p>
      </dsp:txBody>
      <dsp:txXfrm>
        <a:off x="8735399" y="460926"/>
        <a:ext cx="679319" cy="679319"/>
      </dsp:txXfrm>
    </dsp:sp>
    <dsp:sp modelId="{557482BC-BBDD-0549-BACD-F75959DE6D79}">
      <dsp:nvSpPr>
        <dsp:cNvPr id="0" name=""/>
        <dsp:cNvSpPr/>
      </dsp:nvSpPr>
      <dsp:spPr>
        <a:xfrm>
          <a:off x="7881368" y="3202274"/>
          <a:ext cx="2387381" cy="72"/>
        </a:xfrm>
        <a:prstGeom prst="rect">
          <a:avLst/>
        </a:prstGeom>
        <a:solidFill>
          <a:schemeClr val="accent5">
            <a:hueOff val="11178319"/>
            <a:satOff val="-9634"/>
            <a:lumOff val="12746"/>
            <a:alphaOff val="0"/>
          </a:schemeClr>
        </a:solidFill>
        <a:ln w="10795" cap="flat" cmpd="sng" algn="ctr">
          <a:solidFill>
            <a:schemeClr val="accent5">
              <a:hueOff val="11178319"/>
              <a:satOff val="-9634"/>
              <a:lumOff val="1274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766284-CB79-A349-B6A8-9713A3ADD0CB}">
      <dsp:nvSpPr>
        <dsp:cNvPr id="0" name=""/>
        <dsp:cNvSpPr/>
      </dsp:nvSpPr>
      <dsp:spPr>
        <a:xfrm>
          <a:off x="0" y="0"/>
          <a:ext cx="10271760" cy="3202346"/>
        </a:xfrm>
        <a:prstGeom prst="rect">
          <a:avLst/>
        </a:prstGeom>
        <a:solidFill>
          <a:schemeClr val="accent5">
            <a:tint val="40000"/>
            <a:alpha val="90000"/>
            <a:hueOff val="0"/>
            <a:satOff val="0"/>
            <a:lumOff val="0"/>
            <a:alphaOff val="0"/>
          </a:schemeClr>
        </a:solidFill>
        <a:ln w="1079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826" tIns="330200" rIns="800826" bIns="330200" numCol="1" spcCol="1270" anchor="t" anchorCtr="0">
          <a:noAutofit/>
        </a:bodyPr>
        <a:lstStyle/>
        <a:p>
          <a:pPr marL="0" lvl="0" indent="0" algn="l" defTabSz="1155700">
            <a:lnSpc>
              <a:spcPct val="90000"/>
            </a:lnSpc>
            <a:spcBef>
              <a:spcPct val="0"/>
            </a:spcBef>
            <a:spcAft>
              <a:spcPct val="35000"/>
            </a:spcAft>
            <a:buNone/>
          </a:pPr>
          <a:r>
            <a:rPr lang="en-GB" sz="2600" kern="1200" dirty="0"/>
            <a:t>Email Automated using Power Automate with Adobe Connectors</a:t>
          </a:r>
        </a:p>
      </dsp:txBody>
      <dsp:txXfrm>
        <a:off x="0" y="1216891"/>
        <a:ext cx="10271760" cy="1921407"/>
      </dsp:txXfrm>
    </dsp:sp>
    <dsp:sp modelId="{AA50637D-FEF8-D345-892D-CA5B6A4259FA}">
      <dsp:nvSpPr>
        <dsp:cNvPr id="0" name=""/>
        <dsp:cNvSpPr/>
      </dsp:nvSpPr>
      <dsp:spPr>
        <a:xfrm>
          <a:off x="4655528" y="320234"/>
          <a:ext cx="960703" cy="960703"/>
        </a:xfrm>
        <a:prstGeom prst="ellipse">
          <a:avLst/>
        </a:prstGeom>
        <a:solidFill>
          <a:schemeClr val="accent5">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900" tIns="12700" rIns="74900" bIns="12700" numCol="1" spcCol="1270" anchor="ctr" anchorCtr="0">
          <a:noAutofit/>
        </a:bodyPr>
        <a:lstStyle/>
        <a:p>
          <a:pPr marL="0" lvl="0" indent="0" algn="ctr" defTabSz="2044700">
            <a:lnSpc>
              <a:spcPct val="90000"/>
            </a:lnSpc>
            <a:spcBef>
              <a:spcPct val="0"/>
            </a:spcBef>
            <a:spcAft>
              <a:spcPct val="35000"/>
            </a:spcAft>
            <a:buNone/>
          </a:pPr>
          <a:r>
            <a:rPr lang="en-GB" sz="4600" kern="1200"/>
            <a:t>1</a:t>
          </a:r>
        </a:p>
      </dsp:txBody>
      <dsp:txXfrm>
        <a:off x="4796220" y="460926"/>
        <a:ext cx="679319" cy="679319"/>
      </dsp:txXfrm>
    </dsp:sp>
    <dsp:sp modelId="{12012CEF-FC8E-4445-A7ED-3D6C2A668B72}">
      <dsp:nvSpPr>
        <dsp:cNvPr id="0" name=""/>
        <dsp:cNvSpPr/>
      </dsp:nvSpPr>
      <dsp:spPr>
        <a:xfrm>
          <a:off x="0" y="3202274"/>
          <a:ext cx="10271760" cy="72"/>
        </a:xfrm>
        <a:prstGeom prst="rect">
          <a:avLst/>
        </a:prstGeom>
        <a:solidFill>
          <a:schemeClr val="accent5">
            <a:hueOff val="11178319"/>
            <a:satOff val="-9634"/>
            <a:lumOff val="12746"/>
            <a:alphaOff val="0"/>
          </a:schemeClr>
        </a:solidFill>
        <a:ln w="10795" cap="flat" cmpd="sng" algn="ctr">
          <a:solidFill>
            <a:schemeClr val="accent5">
              <a:hueOff val="11178319"/>
              <a:satOff val="-9634"/>
              <a:lumOff val="1274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8/18/21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8/18/21</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F4AD318-2FB6-4C6E-931E-58E404FA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1A118E35-1CBF-4863-8497-F4DF1A166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 y="752748"/>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Freeform: Shape 29">
            <a:extLst>
              <a:ext uri="{FF2B5EF4-FFF2-40B4-BE49-F238E27FC236}">
                <a16:creationId xmlns:a16="http://schemas.microsoft.com/office/drawing/2014/main" id="{6E187274-5DC2-4BE0-AF99-925D6D973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7094" y="761999"/>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34F7033-DFBA-6848-8B82-1976544FE192}"/>
              </a:ext>
            </a:extLst>
          </p:cNvPr>
          <p:cNvSpPr>
            <a:spLocks noGrp="1"/>
          </p:cNvSpPr>
          <p:nvPr>
            <p:ph type="ctrTitle"/>
          </p:nvPr>
        </p:nvSpPr>
        <p:spPr>
          <a:xfrm>
            <a:off x="1069849" y="1298448"/>
            <a:ext cx="7056444" cy="3255264"/>
          </a:xfrm>
        </p:spPr>
        <p:txBody>
          <a:bodyPr>
            <a:normAutofit/>
          </a:bodyPr>
          <a:lstStyle/>
          <a:p>
            <a:pPr algn="r"/>
            <a:r>
              <a:rPr lang="en-IN" b="1">
                <a:solidFill>
                  <a:schemeClr val="accent1"/>
                </a:solidFill>
              </a:rPr>
              <a:t>Power Automate with Adobe Connectors</a:t>
            </a:r>
            <a:endParaRPr lang="en-US">
              <a:solidFill>
                <a:schemeClr val="accent1"/>
              </a:solidFill>
            </a:endParaRPr>
          </a:p>
        </p:txBody>
      </p:sp>
      <p:sp>
        <p:nvSpPr>
          <p:cNvPr id="3" name="Subtitle 2">
            <a:extLst>
              <a:ext uri="{FF2B5EF4-FFF2-40B4-BE49-F238E27FC236}">
                <a16:creationId xmlns:a16="http://schemas.microsoft.com/office/drawing/2014/main" id="{DDE54BBB-2014-FA4C-80D8-25BA42394503}"/>
              </a:ext>
            </a:extLst>
          </p:cNvPr>
          <p:cNvSpPr>
            <a:spLocks noGrp="1"/>
          </p:cNvSpPr>
          <p:nvPr>
            <p:ph type="subTitle" idx="1"/>
          </p:nvPr>
        </p:nvSpPr>
        <p:spPr>
          <a:xfrm>
            <a:off x="8528702" y="4084889"/>
            <a:ext cx="3021621" cy="1709159"/>
          </a:xfrm>
        </p:spPr>
        <p:txBody>
          <a:bodyPr>
            <a:normAutofit/>
          </a:bodyPr>
          <a:lstStyle/>
          <a:p>
            <a:pPr algn="r"/>
            <a:endParaRPr lang="en-US" sz="1800">
              <a:solidFill>
                <a:srgbClr val="FFFFFF"/>
              </a:solidFill>
            </a:endParaRPr>
          </a:p>
        </p:txBody>
      </p:sp>
    </p:spTree>
    <p:extLst>
      <p:ext uri="{BB962C8B-B14F-4D97-AF65-F5344CB8AC3E}">
        <p14:creationId xmlns:p14="http://schemas.microsoft.com/office/powerpoint/2010/main" val="319402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102E8E4-3982-4884-AA0F-68EC3704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2ED7B9-56F5-9F4A-9352-4F21B1F5D018}"/>
              </a:ext>
            </a:extLst>
          </p:cNvPr>
          <p:cNvSpPr>
            <a:spLocks noGrp="1"/>
          </p:cNvSpPr>
          <p:nvPr>
            <p:ph type="title"/>
          </p:nvPr>
        </p:nvSpPr>
        <p:spPr>
          <a:xfrm>
            <a:off x="8280736" y="1405464"/>
            <a:ext cx="3242383" cy="4690532"/>
          </a:xfrm>
        </p:spPr>
        <p:txBody>
          <a:bodyPr anchor="b">
            <a:normAutofit/>
          </a:bodyPr>
          <a:lstStyle/>
          <a:p>
            <a:pPr algn="r"/>
            <a:r>
              <a:rPr lang="en-US" dirty="0">
                <a:solidFill>
                  <a:schemeClr val="accent1"/>
                </a:solidFill>
              </a:rPr>
              <a:t>Problem</a:t>
            </a:r>
          </a:p>
        </p:txBody>
      </p:sp>
      <p:sp>
        <p:nvSpPr>
          <p:cNvPr id="19" name="Rectangle 18">
            <a:extLst>
              <a:ext uri="{FF2B5EF4-FFF2-40B4-BE49-F238E27FC236}">
                <a16:creationId xmlns:a16="http://schemas.microsoft.com/office/drawing/2014/main" id="{51EB3F61-F91A-45E6-81DA-F22A4CBA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8"/>
            <a:ext cx="1286934" cy="5333999"/>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9E436E82-2E80-4241-9B02-0734420910F2}"/>
              </a:ext>
            </a:extLst>
          </p:cNvPr>
          <p:cNvSpPr>
            <a:spLocks noGrp="1"/>
          </p:cNvSpPr>
          <p:nvPr>
            <p:ph idx="1"/>
          </p:nvPr>
        </p:nvSpPr>
        <p:spPr>
          <a:xfrm>
            <a:off x="1447802" y="1405464"/>
            <a:ext cx="6682071" cy="4690532"/>
          </a:xfrm>
        </p:spPr>
        <p:txBody>
          <a:bodyPr anchor="t">
            <a:normAutofit/>
          </a:bodyPr>
          <a:lstStyle/>
          <a:p>
            <a:endParaRPr lang="en-US" dirty="0"/>
          </a:p>
          <a:p>
            <a:r>
              <a:rPr lang="en-US" dirty="0"/>
              <a:t>Since Covid Pandemic, employees are working from home. There are various equipment and software licenses which are required by the employees to fulfill their work. They constantly mail IT team for the access and purchase of new equipment. </a:t>
            </a:r>
          </a:p>
          <a:p>
            <a:r>
              <a:rPr lang="en-US" dirty="0"/>
              <a:t>The IT team receives around 100-150 mails daily. The IT team is overwhelmed by the work  needed to do to process emails because according to company policy whenever the employee request new equipment or software licenses they need approval from their employee’s manager. It’s a monotonous work.</a:t>
            </a:r>
          </a:p>
        </p:txBody>
      </p:sp>
      <p:sp>
        <p:nvSpPr>
          <p:cNvPr id="21" name="Rectangle 20">
            <a:extLst>
              <a:ext uri="{FF2B5EF4-FFF2-40B4-BE49-F238E27FC236}">
                <a16:creationId xmlns:a16="http://schemas.microsoft.com/office/drawing/2014/main" id="{C0D1CB9A-4C6B-4843-B8E9-CD0071D37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244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52E5D6-E378-4614-BCBD-8663DD15B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287AC3-AACF-4ADB-9F73-125E714D9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993" y="4367639"/>
            <a:ext cx="11430014" cy="1852186"/>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sp>
      <p:sp>
        <p:nvSpPr>
          <p:cNvPr id="2" name="Title 1">
            <a:extLst>
              <a:ext uri="{FF2B5EF4-FFF2-40B4-BE49-F238E27FC236}">
                <a16:creationId xmlns:a16="http://schemas.microsoft.com/office/drawing/2014/main" id="{E3554D78-2D72-1543-95C5-5C08B8C330B6}"/>
              </a:ext>
            </a:extLst>
          </p:cNvPr>
          <p:cNvSpPr>
            <a:spLocks noGrp="1"/>
          </p:cNvSpPr>
          <p:nvPr>
            <p:ph type="title"/>
          </p:nvPr>
        </p:nvSpPr>
        <p:spPr>
          <a:xfrm>
            <a:off x="554477" y="4599160"/>
            <a:ext cx="11079804" cy="1358020"/>
          </a:xfrm>
        </p:spPr>
        <p:txBody>
          <a:bodyPr anchor="ctr">
            <a:normAutofit/>
          </a:bodyPr>
          <a:lstStyle/>
          <a:p>
            <a:pPr algn="ctr"/>
            <a:r>
              <a:rPr lang="en-US" sz="4400" dirty="0">
                <a:solidFill>
                  <a:schemeClr val="bg1"/>
                </a:solidFill>
              </a:rPr>
              <a:t>IT Team’s Current Process </a:t>
            </a:r>
          </a:p>
        </p:txBody>
      </p:sp>
      <p:graphicFrame>
        <p:nvGraphicFramePr>
          <p:cNvPr id="6" name="Content Placeholder 5">
            <a:extLst>
              <a:ext uri="{FF2B5EF4-FFF2-40B4-BE49-F238E27FC236}">
                <a16:creationId xmlns:a16="http://schemas.microsoft.com/office/drawing/2014/main" id="{AB28C159-A79E-5D4D-BEE5-A1316EAD9E9B}"/>
              </a:ext>
            </a:extLst>
          </p:cNvPr>
          <p:cNvGraphicFramePr>
            <a:graphicFrameLocks noGrp="1"/>
          </p:cNvGraphicFramePr>
          <p:nvPr>
            <p:ph idx="1"/>
            <p:extLst>
              <p:ext uri="{D42A27DB-BD31-4B8C-83A1-F6EECF244321}">
                <p14:modId xmlns:p14="http://schemas.microsoft.com/office/powerpoint/2010/main" val="3988839480"/>
              </p:ext>
            </p:extLst>
          </p:nvPr>
        </p:nvGraphicFramePr>
        <p:xfrm>
          <a:off x="960120" y="640080"/>
          <a:ext cx="10271760" cy="3202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2212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102E8E4-3982-4884-AA0F-68EC3704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678969-CE98-7F4A-B11B-B4B7D17D7F7F}"/>
              </a:ext>
            </a:extLst>
          </p:cNvPr>
          <p:cNvSpPr>
            <a:spLocks noGrp="1"/>
          </p:cNvSpPr>
          <p:nvPr>
            <p:ph type="title"/>
          </p:nvPr>
        </p:nvSpPr>
        <p:spPr>
          <a:xfrm>
            <a:off x="8280736" y="1405464"/>
            <a:ext cx="3242383" cy="4690532"/>
          </a:xfrm>
        </p:spPr>
        <p:txBody>
          <a:bodyPr anchor="b">
            <a:normAutofit/>
          </a:bodyPr>
          <a:lstStyle/>
          <a:p>
            <a:pPr algn="r"/>
            <a:r>
              <a:rPr lang="en-US" dirty="0">
                <a:solidFill>
                  <a:schemeClr val="accent1"/>
                </a:solidFill>
              </a:rPr>
              <a:t>Current Process</a:t>
            </a:r>
          </a:p>
        </p:txBody>
      </p:sp>
      <p:sp>
        <p:nvSpPr>
          <p:cNvPr id="21" name="Rectangle 20">
            <a:extLst>
              <a:ext uri="{FF2B5EF4-FFF2-40B4-BE49-F238E27FC236}">
                <a16:creationId xmlns:a16="http://schemas.microsoft.com/office/drawing/2014/main" id="{51EB3F61-F91A-45E6-81DA-F22A4CBA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8"/>
            <a:ext cx="1286934" cy="5333999"/>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4A913F34-4A90-4542-95CE-CA82F6B31D8B}"/>
              </a:ext>
            </a:extLst>
          </p:cNvPr>
          <p:cNvSpPr>
            <a:spLocks noGrp="1"/>
          </p:cNvSpPr>
          <p:nvPr>
            <p:ph idx="1"/>
          </p:nvPr>
        </p:nvSpPr>
        <p:spPr>
          <a:xfrm>
            <a:off x="1447802" y="1405464"/>
            <a:ext cx="6682071" cy="4690532"/>
          </a:xfrm>
        </p:spPr>
        <p:txBody>
          <a:bodyPr anchor="t">
            <a:normAutofit/>
          </a:bodyPr>
          <a:lstStyle/>
          <a:p>
            <a:pPr marL="457200" indent="-457200">
              <a:buFont typeface="+mj-lt"/>
              <a:buAutoNum type="arabicPeriod"/>
            </a:pPr>
            <a:r>
              <a:rPr lang="en-US" b="1" dirty="0"/>
              <a:t>Email Received: </a:t>
            </a:r>
            <a:r>
              <a:rPr lang="en-US" dirty="0"/>
              <a:t>Email received by IT Team from employee about their requirements in a document.</a:t>
            </a:r>
          </a:p>
          <a:p>
            <a:pPr marL="457200" indent="-457200">
              <a:buFont typeface="+mj-lt"/>
              <a:buAutoNum type="arabicPeriod"/>
            </a:pPr>
            <a:r>
              <a:rPr lang="en-US" b="1" dirty="0"/>
              <a:t>Document Download: </a:t>
            </a:r>
            <a:r>
              <a:rPr lang="en-US" dirty="0"/>
              <a:t>IT Team download the document attached.</a:t>
            </a:r>
          </a:p>
          <a:p>
            <a:pPr marL="457200" indent="-457200">
              <a:buFont typeface="+mj-lt"/>
              <a:buAutoNum type="arabicPeriod"/>
            </a:pPr>
            <a:r>
              <a:rPr lang="en-US" b="1" dirty="0"/>
              <a:t>Document Protection via Adobe PDF Tools: </a:t>
            </a:r>
            <a:r>
              <a:rPr lang="en-US" dirty="0"/>
              <a:t>The document is converted to protected PDF so that none of the information is tampered in future.</a:t>
            </a:r>
          </a:p>
          <a:p>
            <a:pPr marL="457200" indent="-457200">
              <a:buFont typeface="+mj-lt"/>
              <a:buAutoNum type="arabicPeriod"/>
            </a:pPr>
            <a:r>
              <a:rPr lang="en-US" b="1" dirty="0"/>
              <a:t>Uploaded to Adobe Sign: </a:t>
            </a:r>
            <a:r>
              <a:rPr lang="en-US" dirty="0"/>
              <a:t>Protected document is uploaded to adobe sign for sending to employee’s manager for approval.</a:t>
            </a:r>
          </a:p>
        </p:txBody>
      </p:sp>
      <p:sp>
        <p:nvSpPr>
          <p:cNvPr id="23" name="Rectangle 22">
            <a:extLst>
              <a:ext uri="{FF2B5EF4-FFF2-40B4-BE49-F238E27FC236}">
                <a16:creationId xmlns:a16="http://schemas.microsoft.com/office/drawing/2014/main" id="{C0D1CB9A-4C6B-4843-B8E9-CD0071D37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596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4102E8E4-3982-4884-AA0F-68EC3704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97D9C8-89E3-8D45-8893-13BBECC7CEAF}"/>
              </a:ext>
            </a:extLst>
          </p:cNvPr>
          <p:cNvSpPr>
            <a:spLocks noGrp="1"/>
          </p:cNvSpPr>
          <p:nvPr>
            <p:ph type="title"/>
          </p:nvPr>
        </p:nvSpPr>
        <p:spPr>
          <a:xfrm>
            <a:off x="8280736" y="1405464"/>
            <a:ext cx="3242383" cy="4690532"/>
          </a:xfrm>
        </p:spPr>
        <p:txBody>
          <a:bodyPr anchor="b">
            <a:normAutofit/>
          </a:bodyPr>
          <a:lstStyle/>
          <a:p>
            <a:pPr algn="r"/>
            <a:r>
              <a:rPr lang="en-US">
                <a:solidFill>
                  <a:schemeClr val="accent1"/>
                </a:solidFill>
              </a:rPr>
              <a:t>Issues</a:t>
            </a:r>
          </a:p>
        </p:txBody>
      </p:sp>
      <p:sp>
        <p:nvSpPr>
          <p:cNvPr id="24" name="Rectangle 18">
            <a:extLst>
              <a:ext uri="{FF2B5EF4-FFF2-40B4-BE49-F238E27FC236}">
                <a16:creationId xmlns:a16="http://schemas.microsoft.com/office/drawing/2014/main" id="{51EB3F61-F91A-45E6-81DA-F22A4CBA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8"/>
            <a:ext cx="1286934" cy="5333999"/>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D0EDC4CF-59CE-944C-9442-0D8ED27480FB}"/>
              </a:ext>
            </a:extLst>
          </p:cNvPr>
          <p:cNvSpPr>
            <a:spLocks noGrp="1"/>
          </p:cNvSpPr>
          <p:nvPr>
            <p:ph idx="1"/>
          </p:nvPr>
        </p:nvSpPr>
        <p:spPr>
          <a:xfrm>
            <a:off x="1447802" y="1405464"/>
            <a:ext cx="6682071" cy="4690532"/>
          </a:xfrm>
        </p:spPr>
        <p:txBody>
          <a:bodyPr anchor="t">
            <a:normAutofit/>
          </a:bodyPr>
          <a:lstStyle/>
          <a:p>
            <a:pPr marL="0" indent="0">
              <a:buNone/>
            </a:pPr>
            <a:r>
              <a:rPr lang="en-US" dirty="0"/>
              <a:t>This is a monotonous task and also time consuming. Most of their energy  and time is consumed to do this work. They are not able to use their energy and time to complete other important tasks they have.  So they want a system which can help them to complete is task with speed and save their precious energy.</a:t>
            </a:r>
          </a:p>
          <a:p>
            <a:pPr marL="0" indent="0">
              <a:buNone/>
            </a:pPr>
            <a:endParaRPr lang="en-US" dirty="0"/>
          </a:p>
          <a:p>
            <a:pPr marL="0" indent="0">
              <a:buNone/>
            </a:pPr>
            <a:r>
              <a:rPr lang="en-US" dirty="0"/>
              <a:t>Suppose, each mail requires 5 minutes to process. To process 100 mails, IT Team person spends 5oo minutes (8.3 </a:t>
            </a:r>
            <a:r>
              <a:rPr lang="en-US" dirty="0" err="1"/>
              <a:t>Hrs</a:t>
            </a:r>
            <a:r>
              <a:rPr lang="en-US" dirty="0"/>
              <a:t>)  to process emails which is one working day of IT Team person.</a:t>
            </a:r>
          </a:p>
        </p:txBody>
      </p:sp>
      <p:sp>
        <p:nvSpPr>
          <p:cNvPr id="25" name="Rectangle 20">
            <a:extLst>
              <a:ext uri="{FF2B5EF4-FFF2-40B4-BE49-F238E27FC236}">
                <a16:creationId xmlns:a16="http://schemas.microsoft.com/office/drawing/2014/main" id="{C0D1CB9A-4C6B-4843-B8E9-CD0071D37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150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52E5D6-E378-4614-BCBD-8663DD15B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A287AC3-AACF-4ADB-9F73-125E714D9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993" y="4367639"/>
            <a:ext cx="11430014" cy="1852186"/>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sp>
      <p:sp>
        <p:nvSpPr>
          <p:cNvPr id="2" name="Title 1">
            <a:extLst>
              <a:ext uri="{FF2B5EF4-FFF2-40B4-BE49-F238E27FC236}">
                <a16:creationId xmlns:a16="http://schemas.microsoft.com/office/drawing/2014/main" id="{E3554D78-2D72-1543-95C5-5C08B8C330B6}"/>
              </a:ext>
            </a:extLst>
          </p:cNvPr>
          <p:cNvSpPr>
            <a:spLocks noGrp="1"/>
          </p:cNvSpPr>
          <p:nvPr>
            <p:ph type="title"/>
          </p:nvPr>
        </p:nvSpPr>
        <p:spPr>
          <a:xfrm>
            <a:off x="554477" y="4599160"/>
            <a:ext cx="11079804" cy="1358020"/>
          </a:xfrm>
        </p:spPr>
        <p:txBody>
          <a:bodyPr anchor="ctr">
            <a:normAutofit/>
          </a:bodyPr>
          <a:lstStyle/>
          <a:p>
            <a:pPr algn="ctr"/>
            <a:r>
              <a:rPr lang="en-US" sz="4400" dirty="0">
                <a:solidFill>
                  <a:schemeClr val="bg1"/>
                </a:solidFill>
              </a:rPr>
              <a:t>IT Team Automated Process Process</a:t>
            </a:r>
          </a:p>
        </p:txBody>
      </p:sp>
      <p:graphicFrame>
        <p:nvGraphicFramePr>
          <p:cNvPr id="6" name="Content Placeholder 5">
            <a:extLst>
              <a:ext uri="{FF2B5EF4-FFF2-40B4-BE49-F238E27FC236}">
                <a16:creationId xmlns:a16="http://schemas.microsoft.com/office/drawing/2014/main" id="{AB28C159-A79E-5D4D-BEE5-A1316EAD9E9B}"/>
              </a:ext>
            </a:extLst>
          </p:cNvPr>
          <p:cNvGraphicFramePr>
            <a:graphicFrameLocks noGrp="1"/>
          </p:cNvGraphicFramePr>
          <p:nvPr>
            <p:ph idx="1"/>
            <p:extLst>
              <p:ext uri="{D42A27DB-BD31-4B8C-83A1-F6EECF244321}">
                <p14:modId xmlns:p14="http://schemas.microsoft.com/office/powerpoint/2010/main" val="1553030178"/>
              </p:ext>
            </p:extLst>
          </p:nvPr>
        </p:nvGraphicFramePr>
        <p:xfrm>
          <a:off x="960120" y="640080"/>
          <a:ext cx="10271760" cy="3202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2422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102E8E4-3982-4884-AA0F-68EC3704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678969-CE98-7F4A-B11B-B4B7D17D7F7F}"/>
              </a:ext>
            </a:extLst>
          </p:cNvPr>
          <p:cNvSpPr>
            <a:spLocks noGrp="1"/>
          </p:cNvSpPr>
          <p:nvPr>
            <p:ph type="title"/>
          </p:nvPr>
        </p:nvSpPr>
        <p:spPr>
          <a:xfrm>
            <a:off x="8280736" y="1405464"/>
            <a:ext cx="3242383" cy="4690532"/>
          </a:xfrm>
        </p:spPr>
        <p:txBody>
          <a:bodyPr anchor="b">
            <a:normAutofit/>
          </a:bodyPr>
          <a:lstStyle/>
          <a:p>
            <a:pPr algn="r"/>
            <a:r>
              <a:rPr lang="en-US" dirty="0">
                <a:solidFill>
                  <a:schemeClr val="accent1"/>
                </a:solidFill>
              </a:rPr>
              <a:t>New Process</a:t>
            </a:r>
          </a:p>
        </p:txBody>
      </p:sp>
      <p:sp>
        <p:nvSpPr>
          <p:cNvPr id="21" name="Rectangle 20">
            <a:extLst>
              <a:ext uri="{FF2B5EF4-FFF2-40B4-BE49-F238E27FC236}">
                <a16:creationId xmlns:a16="http://schemas.microsoft.com/office/drawing/2014/main" id="{51EB3F61-F91A-45E6-81DA-F22A4CBA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8"/>
            <a:ext cx="1286934" cy="5333999"/>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4A913F34-4A90-4542-95CE-CA82F6B31D8B}"/>
              </a:ext>
            </a:extLst>
          </p:cNvPr>
          <p:cNvSpPr>
            <a:spLocks noGrp="1"/>
          </p:cNvSpPr>
          <p:nvPr>
            <p:ph idx="1"/>
          </p:nvPr>
        </p:nvSpPr>
        <p:spPr>
          <a:xfrm>
            <a:off x="1447802" y="1405464"/>
            <a:ext cx="6682071" cy="4690532"/>
          </a:xfrm>
        </p:spPr>
        <p:txBody>
          <a:bodyPr anchor="t">
            <a:normAutofit/>
          </a:bodyPr>
          <a:lstStyle/>
          <a:p>
            <a:pPr marL="457200" indent="-457200">
              <a:buFont typeface="+mj-lt"/>
              <a:buAutoNum type="arabicPeriod"/>
            </a:pPr>
            <a:r>
              <a:rPr lang="en-GB" b="1" dirty="0"/>
              <a:t>Email Automated using Power Automate with Adobe Connectors</a:t>
            </a:r>
            <a:r>
              <a:rPr lang="en-US" b="1" dirty="0"/>
              <a:t>: </a:t>
            </a:r>
          </a:p>
          <a:p>
            <a:pPr marL="960120" lvl="1" indent="-457200">
              <a:buFont typeface="+mj-lt"/>
              <a:buAutoNum type="arabicPeriod"/>
            </a:pPr>
            <a:r>
              <a:rPr lang="en-US" dirty="0"/>
              <a:t>When email is received, it process the document. </a:t>
            </a:r>
          </a:p>
          <a:p>
            <a:pPr marL="960120" lvl="1" indent="-457200">
              <a:buFont typeface="+mj-lt"/>
              <a:buAutoNum type="arabicPeriod"/>
            </a:pPr>
            <a:r>
              <a:rPr lang="en-US" dirty="0"/>
              <a:t>After processing the document, it will use Adobe API tools to protect the content of the document. </a:t>
            </a:r>
          </a:p>
          <a:p>
            <a:pPr marL="960120" lvl="1" indent="-457200">
              <a:buFont typeface="+mj-lt"/>
              <a:buAutoNum type="arabicPeriod"/>
            </a:pPr>
            <a:r>
              <a:rPr lang="en-US" dirty="0"/>
              <a:t>Document is uploaded to Adobe Sign and sent to employee’s manager for approval.</a:t>
            </a:r>
          </a:p>
        </p:txBody>
      </p:sp>
      <p:sp>
        <p:nvSpPr>
          <p:cNvPr id="23" name="Rectangle 22">
            <a:extLst>
              <a:ext uri="{FF2B5EF4-FFF2-40B4-BE49-F238E27FC236}">
                <a16:creationId xmlns:a16="http://schemas.microsoft.com/office/drawing/2014/main" id="{C0D1CB9A-4C6B-4843-B8E9-CD0071D37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5765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6">
            <a:extLst>
              <a:ext uri="{FF2B5EF4-FFF2-40B4-BE49-F238E27FC236}">
                <a16:creationId xmlns:a16="http://schemas.microsoft.com/office/drawing/2014/main" id="{4102E8E4-3982-4884-AA0F-68EC37047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97D9C8-89E3-8D45-8893-13BBECC7CEAF}"/>
              </a:ext>
            </a:extLst>
          </p:cNvPr>
          <p:cNvSpPr>
            <a:spLocks noGrp="1"/>
          </p:cNvSpPr>
          <p:nvPr>
            <p:ph type="title"/>
          </p:nvPr>
        </p:nvSpPr>
        <p:spPr>
          <a:xfrm>
            <a:off x="8280736" y="1405464"/>
            <a:ext cx="3242383" cy="4690532"/>
          </a:xfrm>
        </p:spPr>
        <p:txBody>
          <a:bodyPr anchor="b">
            <a:normAutofit/>
          </a:bodyPr>
          <a:lstStyle/>
          <a:p>
            <a:pPr algn="r"/>
            <a:r>
              <a:rPr lang="en-US" dirty="0">
                <a:solidFill>
                  <a:schemeClr val="accent1"/>
                </a:solidFill>
              </a:rPr>
              <a:t>Outcomes</a:t>
            </a:r>
          </a:p>
        </p:txBody>
      </p:sp>
      <p:sp>
        <p:nvSpPr>
          <p:cNvPr id="24" name="Rectangle 18">
            <a:extLst>
              <a:ext uri="{FF2B5EF4-FFF2-40B4-BE49-F238E27FC236}">
                <a16:creationId xmlns:a16="http://schemas.microsoft.com/office/drawing/2014/main" id="{51EB3F61-F91A-45E6-81DA-F22A4CBA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8"/>
            <a:ext cx="1286934" cy="5333999"/>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D0EDC4CF-59CE-944C-9442-0D8ED27480FB}"/>
              </a:ext>
            </a:extLst>
          </p:cNvPr>
          <p:cNvSpPr>
            <a:spLocks noGrp="1"/>
          </p:cNvSpPr>
          <p:nvPr>
            <p:ph idx="1"/>
          </p:nvPr>
        </p:nvSpPr>
        <p:spPr>
          <a:xfrm>
            <a:off x="1447802" y="1405464"/>
            <a:ext cx="6682071" cy="4690532"/>
          </a:xfrm>
        </p:spPr>
        <p:txBody>
          <a:bodyPr anchor="t">
            <a:normAutofit/>
          </a:bodyPr>
          <a:lstStyle/>
          <a:p>
            <a:pPr marL="0" indent="0">
              <a:buNone/>
            </a:pPr>
            <a:r>
              <a:rPr lang="en-US" dirty="0"/>
              <a:t>With the help of Power Automate with Adobe Connectors, IT Team was able to automate whole process  which have helped them to save 500 minutes (8.3 </a:t>
            </a:r>
            <a:r>
              <a:rPr lang="en-US" dirty="0" err="1"/>
              <a:t>Hrs</a:t>
            </a:r>
            <a:r>
              <a:rPr lang="en-US" dirty="0"/>
              <a:t>) of their working day. </a:t>
            </a:r>
          </a:p>
          <a:p>
            <a:pPr marL="0" indent="0">
              <a:buNone/>
            </a:pPr>
            <a:endParaRPr lang="en-US" dirty="0"/>
          </a:p>
          <a:p>
            <a:pPr marL="0" indent="0">
              <a:buNone/>
            </a:pPr>
            <a:r>
              <a:rPr lang="en-US" dirty="0"/>
              <a:t>Hence, they can use those 8.3 </a:t>
            </a:r>
            <a:r>
              <a:rPr lang="en-US" dirty="0" err="1"/>
              <a:t>Hrs</a:t>
            </a:r>
            <a:r>
              <a:rPr lang="en-US" dirty="0"/>
              <a:t> were used to solve important issues they have.</a:t>
            </a:r>
          </a:p>
          <a:p>
            <a:pPr marL="0" indent="0">
              <a:buNone/>
            </a:pPr>
            <a:endParaRPr lang="en-US" dirty="0"/>
          </a:p>
          <a:p>
            <a:pPr marL="0" indent="0">
              <a:buNone/>
            </a:pPr>
            <a:endParaRPr lang="en-US" dirty="0"/>
          </a:p>
        </p:txBody>
      </p:sp>
      <p:sp>
        <p:nvSpPr>
          <p:cNvPr id="25" name="Rectangle 20">
            <a:extLst>
              <a:ext uri="{FF2B5EF4-FFF2-40B4-BE49-F238E27FC236}">
                <a16:creationId xmlns:a16="http://schemas.microsoft.com/office/drawing/2014/main" id="{C0D1CB9A-4C6B-4843-B8E9-CD0071D37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616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162DF2A-64D1-4AA9-BA42-8A4063EAD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a:extLst>
              <a:ext uri="{FF2B5EF4-FFF2-40B4-BE49-F238E27FC236}">
                <a16:creationId xmlns:a16="http://schemas.microsoft.com/office/drawing/2014/main" id="{5D7C1373-63AF-4A75-909E-990E0535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7" name="Rectangle 26">
            <a:extLst>
              <a:ext uri="{FF2B5EF4-FFF2-40B4-BE49-F238E27FC236}">
                <a16:creationId xmlns:a16="http://schemas.microsoft.com/office/drawing/2014/main" id="{5BDAAE7A-177F-4691-8F07-36CBBA6113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0DD680-7038-3A42-AEC4-B9F2B5662C22}"/>
              </a:ext>
            </a:extLst>
          </p:cNvPr>
          <p:cNvSpPr>
            <a:spLocks noGrp="1"/>
          </p:cNvSpPr>
          <p:nvPr>
            <p:ph type="title"/>
          </p:nvPr>
        </p:nvSpPr>
        <p:spPr>
          <a:xfrm>
            <a:off x="1608667" y="762000"/>
            <a:ext cx="7462083" cy="5334000"/>
          </a:xfrm>
        </p:spPr>
        <p:txBody>
          <a:bodyPr vert="horz" lIns="91440" tIns="45720" rIns="91440" bIns="45720" rtlCol="0" anchor="b">
            <a:normAutofit/>
          </a:bodyPr>
          <a:lstStyle/>
          <a:p>
            <a:r>
              <a:rPr lang="en-US" sz="9600" spc="-100" dirty="0">
                <a:solidFill>
                  <a:schemeClr val="accent1"/>
                </a:solidFill>
              </a:rPr>
              <a:t>Thank You</a:t>
            </a:r>
          </a:p>
        </p:txBody>
      </p:sp>
      <p:sp>
        <p:nvSpPr>
          <p:cNvPr id="29" name="Rectangle 28">
            <a:extLst>
              <a:ext uri="{FF2B5EF4-FFF2-40B4-BE49-F238E27FC236}">
                <a16:creationId xmlns:a16="http://schemas.microsoft.com/office/drawing/2014/main" id="{5BF82D1D-28BC-4216-A1EA-F7D9C6D1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a:extLst>
              <a:ext uri="{FF2B5EF4-FFF2-40B4-BE49-F238E27FC236}">
                <a16:creationId xmlns:a16="http://schemas.microsoft.com/office/drawing/2014/main" id="{60A1DC48-C242-4442-822C-570436B80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4373354"/>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Frame</Template>
  <TotalTime>305</TotalTime>
  <Words>418</Words>
  <Application>Microsoft Macintosh PowerPoint</Application>
  <PresentationFormat>Widescreen</PresentationFormat>
  <Paragraphs>36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Corbel</vt:lpstr>
      <vt:lpstr>Wingdings 2</vt:lpstr>
      <vt:lpstr>Frame</vt:lpstr>
      <vt:lpstr>Power Automate with Adobe Connectors</vt:lpstr>
      <vt:lpstr>Problem</vt:lpstr>
      <vt:lpstr>IT Team’s Current Process </vt:lpstr>
      <vt:lpstr>Current Process</vt:lpstr>
      <vt:lpstr>Issues</vt:lpstr>
      <vt:lpstr>IT Team Automated Process Process</vt:lpstr>
      <vt:lpstr>New Process</vt:lpstr>
      <vt:lpstr>Outcomes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Automate with Adobe Connectors</dc:title>
  <dc:creator>Arpit Chaudhari</dc:creator>
  <cp:lastModifiedBy>Seven Dots</cp:lastModifiedBy>
  <cp:revision>15</cp:revision>
  <dcterms:created xsi:type="dcterms:W3CDTF">2021-03-25T05:52:12Z</dcterms:created>
  <dcterms:modified xsi:type="dcterms:W3CDTF">2021-08-18T11:14:10Z</dcterms:modified>
</cp:coreProperties>
</file>